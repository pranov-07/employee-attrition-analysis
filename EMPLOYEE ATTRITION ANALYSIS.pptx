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5" d="100"/>
          <a:sy n="65" d="100"/>
        </p:scale>
        <p:origin x="93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F1DC87B-F1B8-490A-9171-D9DED57318CE}" type="doc">
      <dgm:prSet loTypeId="urn:microsoft.com/office/officeart/2005/8/layout/process1" loCatId="process" qsTypeId="urn:microsoft.com/office/officeart/2005/8/quickstyle/simple1" qsCatId="simple" csTypeId="urn:microsoft.com/office/officeart/2005/8/colors/accent1_2" csCatId="accent1"/>
      <dgm:spPr/>
      <dgm:t>
        <a:bodyPr/>
        <a:lstStyle/>
        <a:p>
          <a:endParaRPr lang="en-US"/>
        </a:p>
      </dgm:t>
    </dgm:pt>
    <dgm:pt modelId="{A58656BB-3AC8-45BB-889F-A112F32FC3B2}">
      <dgm:prSet/>
      <dgm:spPr/>
      <dgm:t>
        <a:bodyPr/>
        <a:lstStyle/>
        <a:p>
          <a:r>
            <a:rPr lang="en-US" b="1"/>
            <a:t>PROBLEM STATEMENT</a:t>
          </a:r>
          <a:endParaRPr lang="en-US"/>
        </a:p>
      </dgm:t>
    </dgm:pt>
    <dgm:pt modelId="{0E929695-93BB-41DF-90C4-9EC39E4C3DE1}" type="parTrans" cxnId="{3407DFBD-080E-4BA2-BCCF-1527752C4F4A}">
      <dgm:prSet/>
      <dgm:spPr/>
      <dgm:t>
        <a:bodyPr/>
        <a:lstStyle/>
        <a:p>
          <a:endParaRPr lang="en-US"/>
        </a:p>
      </dgm:t>
    </dgm:pt>
    <dgm:pt modelId="{3565EB19-E0CE-41B7-A245-D358BDEACD62}" type="sibTrans" cxnId="{3407DFBD-080E-4BA2-BCCF-1527752C4F4A}">
      <dgm:prSet/>
      <dgm:spPr/>
      <dgm:t>
        <a:bodyPr/>
        <a:lstStyle/>
        <a:p>
          <a:endParaRPr lang="en-US"/>
        </a:p>
      </dgm:t>
    </dgm:pt>
    <dgm:pt modelId="{148DA50E-54AD-4BA3-8AB8-EAF4E852CC1F}" type="pres">
      <dgm:prSet presAssocID="{BF1DC87B-F1B8-490A-9171-D9DED57318CE}" presName="Name0" presStyleCnt="0">
        <dgm:presLayoutVars>
          <dgm:dir/>
          <dgm:resizeHandles val="exact"/>
        </dgm:presLayoutVars>
      </dgm:prSet>
      <dgm:spPr/>
    </dgm:pt>
    <dgm:pt modelId="{AB679AC4-7E72-40FC-A2EB-18627CF96C93}" type="pres">
      <dgm:prSet presAssocID="{A58656BB-3AC8-45BB-889F-A112F32FC3B2}" presName="node" presStyleLbl="node1" presStyleIdx="0" presStyleCnt="1">
        <dgm:presLayoutVars>
          <dgm:bulletEnabled val="1"/>
        </dgm:presLayoutVars>
      </dgm:prSet>
      <dgm:spPr/>
    </dgm:pt>
  </dgm:ptLst>
  <dgm:cxnLst>
    <dgm:cxn modelId="{0F2F2F1F-5C60-4014-B3DE-91F80B86B75B}" type="presOf" srcId="{A58656BB-3AC8-45BB-889F-A112F32FC3B2}" destId="{AB679AC4-7E72-40FC-A2EB-18627CF96C93}" srcOrd="0" destOrd="0" presId="urn:microsoft.com/office/officeart/2005/8/layout/process1"/>
    <dgm:cxn modelId="{3407DFBD-080E-4BA2-BCCF-1527752C4F4A}" srcId="{BF1DC87B-F1B8-490A-9171-D9DED57318CE}" destId="{A58656BB-3AC8-45BB-889F-A112F32FC3B2}" srcOrd="0" destOrd="0" parTransId="{0E929695-93BB-41DF-90C4-9EC39E4C3DE1}" sibTransId="{3565EB19-E0CE-41B7-A245-D358BDEACD62}"/>
    <dgm:cxn modelId="{A81CF5EE-7C89-410E-8BE2-5CE66EC281D8}" type="presOf" srcId="{BF1DC87B-F1B8-490A-9171-D9DED57318CE}" destId="{148DA50E-54AD-4BA3-8AB8-EAF4E852CC1F}" srcOrd="0" destOrd="0" presId="urn:microsoft.com/office/officeart/2005/8/layout/process1"/>
    <dgm:cxn modelId="{1373BC13-5F7C-4307-A210-FE96B48C3C2F}" type="presParOf" srcId="{148DA50E-54AD-4BA3-8AB8-EAF4E852CC1F}" destId="{AB679AC4-7E72-40FC-A2EB-18627CF96C93}" srcOrd="0"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645EC19-2157-4337-82AE-6C097C4C7210}" type="doc">
      <dgm:prSet loTypeId="urn:microsoft.com/office/officeart/2005/8/layout/target3" loCatId="relationship" qsTypeId="urn:microsoft.com/office/officeart/2005/8/quickstyle/simple1" qsCatId="simple" csTypeId="urn:microsoft.com/office/officeart/2005/8/colors/accent1_2" csCatId="accent1"/>
      <dgm:spPr/>
      <dgm:t>
        <a:bodyPr/>
        <a:lstStyle/>
        <a:p>
          <a:endParaRPr lang="en-US"/>
        </a:p>
      </dgm:t>
    </dgm:pt>
    <dgm:pt modelId="{4C01BD06-A467-4E18-A1CE-A8CCADBDCB67}">
      <dgm:prSet/>
      <dgm:spPr/>
      <dgm:t>
        <a:bodyPr/>
        <a:lstStyle/>
        <a:p>
          <a:r>
            <a:rPr lang="en-US"/>
            <a:t>CONCLUSION</a:t>
          </a:r>
        </a:p>
      </dgm:t>
    </dgm:pt>
    <dgm:pt modelId="{8019436C-A3EC-46FC-85D2-BE1B8334DDA8}" type="parTrans" cxnId="{C9964CD6-4CBB-4DE7-94F6-DE8E92705A15}">
      <dgm:prSet/>
      <dgm:spPr/>
      <dgm:t>
        <a:bodyPr/>
        <a:lstStyle/>
        <a:p>
          <a:endParaRPr lang="en-US"/>
        </a:p>
      </dgm:t>
    </dgm:pt>
    <dgm:pt modelId="{7F468000-EAF5-47B8-A6FA-A8BC4BADE7A1}" type="sibTrans" cxnId="{C9964CD6-4CBB-4DE7-94F6-DE8E92705A15}">
      <dgm:prSet/>
      <dgm:spPr/>
      <dgm:t>
        <a:bodyPr/>
        <a:lstStyle/>
        <a:p>
          <a:endParaRPr lang="en-US"/>
        </a:p>
      </dgm:t>
    </dgm:pt>
    <dgm:pt modelId="{AB73A429-AC9C-4621-8295-4E45F99CBD40}" type="pres">
      <dgm:prSet presAssocID="{8645EC19-2157-4337-82AE-6C097C4C7210}" presName="Name0" presStyleCnt="0">
        <dgm:presLayoutVars>
          <dgm:chMax val="7"/>
          <dgm:dir/>
          <dgm:animLvl val="lvl"/>
          <dgm:resizeHandles val="exact"/>
        </dgm:presLayoutVars>
      </dgm:prSet>
      <dgm:spPr/>
    </dgm:pt>
    <dgm:pt modelId="{31A8EF25-92F2-4E49-A81B-9E6B2BE9DD96}" type="pres">
      <dgm:prSet presAssocID="{4C01BD06-A467-4E18-A1CE-A8CCADBDCB67}" presName="circle1" presStyleLbl="node1" presStyleIdx="0" presStyleCnt="1"/>
      <dgm:spPr/>
    </dgm:pt>
    <dgm:pt modelId="{2B7F3D21-49AC-471A-B3D1-622468B7A5B5}" type="pres">
      <dgm:prSet presAssocID="{4C01BD06-A467-4E18-A1CE-A8CCADBDCB67}" presName="space" presStyleCnt="0"/>
      <dgm:spPr/>
    </dgm:pt>
    <dgm:pt modelId="{4A8A9D20-997E-407F-AA92-5AB6718952D4}" type="pres">
      <dgm:prSet presAssocID="{4C01BD06-A467-4E18-A1CE-A8CCADBDCB67}" presName="rect1" presStyleLbl="alignAcc1" presStyleIdx="0" presStyleCnt="1" custLinFactNeighborX="928" custLinFactNeighborY="96147"/>
      <dgm:spPr/>
    </dgm:pt>
    <dgm:pt modelId="{1E3C23F1-188C-4EDE-9757-C683B4AFFC5B}" type="pres">
      <dgm:prSet presAssocID="{4C01BD06-A467-4E18-A1CE-A8CCADBDCB67}" presName="rect1ParTxNoCh" presStyleLbl="alignAcc1" presStyleIdx="0" presStyleCnt="1">
        <dgm:presLayoutVars>
          <dgm:chMax val="1"/>
          <dgm:bulletEnabled val="1"/>
        </dgm:presLayoutVars>
      </dgm:prSet>
      <dgm:spPr/>
    </dgm:pt>
  </dgm:ptLst>
  <dgm:cxnLst>
    <dgm:cxn modelId="{7B22165C-5572-4DC7-A31F-FF18CED02BC6}" type="presOf" srcId="{4C01BD06-A467-4E18-A1CE-A8CCADBDCB67}" destId="{4A8A9D20-997E-407F-AA92-5AB6718952D4}" srcOrd="0" destOrd="0" presId="urn:microsoft.com/office/officeart/2005/8/layout/target3"/>
    <dgm:cxn modelId="{493E6B9A-19D5-4BF0-B150-7F67C55FA519}" type="presOf" srcId="{4C01BD06-A467-4E18-A1CE-A8CCADBDCB67}" destId="{1E3C23F1-188C-4EDE-9757-C683B4AFFC5B}" srcOrd="1" destOrd="0" presId="urn:microsoft.com/office/officeart/2005/8/layout/target3"/>
    <dgm:cxn modelId="{C9964CD6-4CBB-4DE7-94F6-DE8E92705A15}" srcId="{8645EC19-2157-4337-82AE-6C097C4C7210}" destId="{4C01BD06-A467-4E18-A1CE-A8CCADBDCB67}" srcOrd="0" destOrd="0" parTransId="{8019436C-A3EC-46FC-85D2-BE1B8334DDA8}" sibTransId="{7F468000-EAF5-47B8-A6FA-A8BC4BADE7A1}"/>
    <dgm:cxn modelId="{6F4307F4-4EBB-44D7-9732-753BE0002AF1}" type="presOf" srcId="{8645EC19-2157-4337-82AE-6C097C4C7210}" destId="{AB73A429-AC9C-4621-8295-4E45F99CBD40}" srcOrd="0" destOrd="0" presId="urn:microsoft.com/office/officeart/2005/8/layout/target3"/>
    <dgm:cxn modelId="{BF8AF29F-BD32-40D6-B64D-9F0AF31DA824}" type="presParOf" srcId="{AB73A429-AC9C-4621-8295-4E45F99CBD40}" destId="{31A8EF25-92F2-4E49-A81B-9E6B2BE9DD96}" srcOrd="0" destOrd="0" presId="urn:microsoft.com/office/officeart/2005/8/layout/target3"/>
    <dgm:cxn modelId="{FE2670B5-1F65-4485-89A5-FEA8EF646F4B}" type="presParOf" srcId="{AB73A429-AC9C-4621-8295-4E45F99CBD40}" destId="{2B7F3D21-49AC-471A-B3D1-622468B7A5B5}" srcOrd="1" destOrd="0" presId="urn:microsoft.com/office/officeart/2005/8/layout/target3"/>
    <dgm:cxn modelId="{85762328-C485-4413-88DC-4B21E5DE2F8D}" type="presParOf" srcId="{AB73A429-AC9C-4621-8295-4E45F99CBD40}" destId="{4A8A9D20-997E-407F-AA92-5AB6718952D4}" srcOrd="2" destOrd="0" presId="urn:microsoft.com/office/officeart/2005/8/layout/target3"/>
    <dgm:cxn modelId="{FE913E99-F40F-42C3-8FDA-28E1E0329174}" type="presParOf" srcId="{AB73A429-AC9C-4621-8295-4E45F99CBD40}" destId="{1E3C23F1-188C-4EDE-9757-C683B4AFFC5B}" srcOrd="3" destOrd="0" presId="urn:microsoft.com/office/officeart/2005/8/layout/targe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679AC4-7E72-40FC-A2EB-18627CF96C93}">
      <dsp:nvSpPr>
        <dsp:cNvPr id="0" name=""/>
        <dsp:cNvSpPr/>
      </dsp:nvSpPr>
      <dsp:spPr>
        <a:xfrm>
          <a:off x="4464" y="0"/>
          <a:ext cx="9135070" cy="99208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US" sz="4300" b="1" kern="1200"/>
            <a:t>PROBLEM STATEMENT</a:t>
          </a:r>
          <a:endParaRPr lang="en-US" sz="4300" kern="1200"/>
        </a:p>
      </dsp:txBody>
      <dsp:txXfrm>
        <a:off x="33521" y="29057"/>
        <a:ext cx="9076956" cy="93397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1A8EF25-92F2-4E49-A81B-9E6B2BE9DD96}">
      <dsp:nvSpPr>
        <dsp:cNvPr id="0" name=""/>
        <dsp:cNvSpPr/>
      </dsp:nvSpPr>
      <dsp:spPr>
        <a:xfrm>
          <a:off x="0" y="0"/>
          <a:ext cx="1325563" cy="1325563"/>
        </a:xfrm>
        <a:prstGeom prst="pie">
          <a:avLst>
            <a:gd name="adj1" fmla="val 5400000"/>
            <a:gd name="adj2" fmla="val 1620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4A8A9D20-997E-407F-AA92-5AB6718952D4}">
      <dsp:nvSpPr>
        <dsp:cNvPr id="0" name=""/>
        <dsp:cNvSpPr/>
      </dsp:nvSpPr>
      <dsp:spPr>
        <a:xfrm>
          <a:off x="662781" y="0"/>
          <a:ext cx="9852818" cy="1325563"/>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32410" tIns="232410" rIns="232410" bIns="232410" numCol="1" spcCol="1270" anchor="ctr" anchorCtr="0">
          <a:noAutofit/>
        </a:bodyPr>
        <a:lstStyle/>
        <a:p>
          <a:pPr marL="0" lvl="0" indent="0" algn="ctr" defTabSz="2711450">
            <a:lnSpc>
              <a:spcPct val="90000"/>
            </a:lnSpc>
            <a:spcBef>
              <a:spcPct val="0"/>
            </a:spcBef>
            <a:spcAft>
              <a:spcPct val="35000"/>
            </a:spcAft>
            <a:buNone/>
          </a:pPr>
          <a:r>
            <a:rPr lang="en-US" sz="6100" kern="1200"/>
            <a:t>CONCLUSION</a:t>
          </a:r>
        </a:p>
      </dsp:txBody>
      <dsp:txXfrm>
        <a:off x="662781" y="0"/>
        <a:ext cx="9852818" cy="1325563"/>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target3">
  <dgm:title val=""/>
  <dgm:desc val=""/>
  <dgm:catLst>
    <dgm:cat type="relationship" pri="11000"/>
    <dgm:cat type="list" pri="22000"/>
    <dgm:cat type="convert" pri="4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ampData>
  <dgm:style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styleData>
  <dgm:clrData>
    <dgm:dataModel>
      <dgm:ptLst>
        <dgm:pt modelId="0" type="doc"/>
        <dgm:pt modelId="1"/>
        <dgm:pt modelId="11"/>
        <dgm:pt modelId="12"/>
        <dgm:pt modelId="2"/>
        <dgm:pt modelId="21"/>
        <dgm:pt modelId="22"/>
        <dgm:pt modelId="3"/>
        <dgm:pt modelId="31"/>
        <dgm:pt modelId="32"/>
      </dgm:ptLst>
      <dgm:cxnLst>
        <dgm:cxn modelId="4" srcId="0" destId="1" srcOrd="0" destOrd="0"/>
        <dgm:cxn modelId="5" srcId="0" destId="2" srcOrd="1" destOrd="0"/>
        <dgm:cxn modelId="6" srcId="0" destId="3" srcOrd="2" destOrd="0"/>
        <dgm:cxn modelId="41" srcId="1" destId="11" srcOrd="0" destOrd="0"/>
        <dgm:cxn modelId="42" srcId="1" destId="12" srcOrd="1" destOrd="0"/>
        <dgm:cxn modelId="51" srcId="2" destId="21" srcOrd="0" destOrd="0"/>
        <dgm:cxn modelId="52" srcId="2" destId="22" srcOrd="1" destOrd="0"/>
        <dgm:cxn modelId="61" srcId="3" destId="31" srcOrd="0" destOrd="0"/>
        <dgm:cxn modelId="62" srcId="3" destId="32" srcOrd="1" destOrd="0"/>
      </dgm:cxnLst>
      <dgm:bg/>
      <dgm:whole/>
    </dgm:dataModel>
  </dgm:clrData>
  <dgm:layoutNode name="Name0">
    <dgm:varLst>
      <dgm:chMax val="7"/>
      <dgm:dir/>
      <dgm:animLvl val="lvl"/>
      <dgm:resizeHandles val="exact"/>
    </dgm:varLst>
    <dgm:alg type="composite"/>
    <dgm:shape xmlns:r="http://schemas.openxmlformats.org/officeDocument/2006/relationships" r:blip="">
      <dgm:adjLst/>
    </dgm:shape>
    <dgm:presOf/>
    <dgm:choose name="Name1">
      <dgm:if name="Name2" func="var" arg="dir" op="equ" val="norm">
        <dgm:choose name="Name3">
          <dgm:if name="Name4" axis="ch" ptType="node" func="cnt" op="equ" val="1">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rect1ParTx" refType="r" refFor="ch" refForName="space"/>
              <dgm:constr type="w" for="ch" forName="rect1ParTx" refType="w" refFor="ch" refForName="rect1" fact="0.5"/>
              <dgm:constr type="t" for="ch" forName="rect1ParTx" refType="t" refFor="ch" refForName="rect1"/>
              <dgm:constr type="b" for="ch" forName="rect1ParTx" refType="b" refFor="ch" refForName="rect1"/>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5" axis="ch" ptType="node" func="cnt" op="equ" val="2">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rect2ParTx" refType="r" refFor="ch" refForName="space"/>
              <dgm:constr type="w" for="ch" forName="rect2ParTx" refType="w" refFor="ch" refForName="rect2" fact="0.5"/>
              <dgm:constr type="t" for="ch" forName="rect2ParTx" refType="t" refFor="ch" refForName="rect2"/>
              <dgm:constr type="b" for="ch" forName="rect2ParTx" refType="b" refFor="ch" refForName="rect2"/>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b" refFor="ch" refForName="rect2"/>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6" axis="ch" ptType="node" func="cnt" op="equ" val="3">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rect3ParTx" refType="r" refFor="ch" refForName="space"/>
              <dgm:constr type="w" for="ch" forName="rect3ParTx" refType="w" refFor="ch" refForName="rect3" fact="0.5"/>
              <dgm:constr type="t" for="ch" forName="rect3ParTx" refType="t" refFor="ch" refForName="rect3"/>
              <dgm:constr type="b" for="ch" forName="rect3ParTx" refType="b" refFor="ch" refForName="rect3"/>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b" refFor="ch" refForName="rect3"/>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7" axis="ch" ptType="node" func="cnt" op="equ" val="4">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rect4ParTx" refType="r" refFor="ch" refForName="space"/>
              <dgm:constr type="w" for="ch" forName="rect4ParTx" refType="w" refFor="ch" refForName="rect4" fact="0.5"/>
              <dgm:constr type="t" for="ch" forName="rect4ParTx" refType="t" refFor="ch" refForName="rect4"/>
              <dgm:constr type="b" for="ch" forName="rect4ParTx" refType="b" refFor="ch" refForName="rect4"/>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b" refFor="ch" refForName="rect4"/>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8" axis="ch" ptType="node" func="cnt" op="equ" val="5">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rect5ParTx" refType="r" refFor="ch" refForName="space"/>
              <dgm:constr type="w" for="ch" forName="rect5ParTx" refType="w" refFor="ch" refForName="rect5" fact="0.5"/>
              <dgm:constr type="t" for="ch" forName="rect5ParTx" refType="t" refFor="ch" refForName="rect5"/>
              <dgm:constr type="b" for="ch" forName="rect5ParTx" refType="b" refFor="ch" refForName="rect5"/>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b" refFor="ch" refForName="rect5"/>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9" axis="ch" ptType="node" func="cnt" op="equ" val="6">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rect6ParTx" refType="r" refFor="ch" refForName="space"/>
              <dgm:constr type="w" for="ch" forName="rect6ParTx" refType="w" refFor="ch" refForName="rect6" fact="0.5"/>
              <dgm:constr type="t" for="ch" forName="rect6ParTx" refType="t" refFor="ch" refForName="rect6"/>
              <dgm:constr type="b" for="ch" forName="rect6ParTx" refType="b" refFor="ch" refForName="rect6"/>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b" refFor="ch" refForName="rect6"/>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10" axis="ch" ptType="node" func="cnt" op="gte" val="7">
            <dgm:constrLst>
              <dgm:constr type="userA" refType="w" fact="0.3"/>
              <dgm:constr type="w" for="ch" forName="circle1" refType="userA" fact="2"/>
              <dgm:constr type="h" for="ch" forName="circle1" refType="w" refFor="ch" refForName="circle1" op="equ"/>
              <dgm:constr type="l" for="ch" forName="circle1"/>
              <dgm:constr type="ctrY" for="ch" forName="circle1" refType="h" fact="0.5"/>
              <dgm:constr type="l" for="ch" forName="space" refType="ctrX" refFor="ch" refForName="circle1"/>
              <dgm:constr type="w" for="ch" forName="space"/>
              <dgm:constr type="h" for="ch" forName="space" refType="h" refFor="ch" refForName="circle1"/>
              <dgm:constr type="b" for="ch" forName="space" refType="b" refFor="ch" refForName="circle1"/>
              <dgm:constr type="l" for="ch" forName="rect1" refType="r" refFor="ch" refForName="space"/>
              <dgm:constr type="r" for="ch" forName="rect1" refType="w"/>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l"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l" for="ch" forName="rect2" refType="r" refFor="ch" refForName="space"/>
              <dgm:constr type="r" for="ch" forName="rect2" refType="w"/>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l"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l" for="ch" forName="rect3" refType="r" refFor="ch" refForName="space"/>
              <dgm:constr type="r" for="ch" forName="rect3" refType="w"/>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l"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l" for="ch" forName="rect4" refType="r" refFor="ch" refForName="space"/>
              <dgm:constr type="r" for="ch" forName="rect4" refType="w"/>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l"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l" for="ch" forName="rect5" refType="r" refFor="ch" refForName="space"/>
              <dgm:constr type="r" for="ch" forName="rect5" refType="w"/>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l"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l" for="ch" forName="rect6" refType="r" refFor="ch" refForName="space"/>
              <dgm:constr type="r" for="ch" forName="rect6" refType="w"/>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l"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l" for="ch" forName="rect7" refType="r" refFor="ch" refForName="space"/>
              <dgm:constr type="r" for="ch" forName="rect7" refType="w"/>
              <dgm:constr type="h" for="ch" forName="rect7" refType="h" refFor="ch" refForName="circle7"/>
              <dgm:constr type="hOff" for="ch" forName="rect7" refType="hOff" refFor="ch" refForName="circle7"/>
              <dgm:constr type="b" for="ch" forName="rect7" refType="b" refFor="ch" refForName="circle7"/>
              <dgm:constr type="l" for="ch" forName="rect7ParTx" refType="r" refFor="ch" refForName="space"/>
              <dgm:constr type="w" for="ch" forName="rect7ParTx" refType="w" refFor="ch" refForName="rect7" fact="0.5"/>
              <dgm:constr type="t" for="ch" forName="rect7ParTx" refType="t" refFor="ch" refForName="rect7"/>
              <dgm:constr type="b" for="ch" forName="rect7ParTx" refType="b" refFor="ch" refForName="rect7"/>
              <dgm:constr type="l" for="ch" forName="rect7ChTx" refType="r" refFor="ch" refForName="rect7ParTx"/>
              <dgm:constr type="w" for="ch" forName="rect7ChTx" refType="w" refFor="ch" refForName="rect7ParTx"/>
              <dgm:constr type="t" for="ch" forName="rect7ChTx" refType="t" refFor="ch" refForName="rect7ParTx"/>
              <dgm:constr type="b" for="ch" forName="rect7ChTx" refType="b" refFor="ch" refForName="rect7ParTx"/>
              <dgm:constr type="l" for="ch" forName="rect7ParTxNoCh" refType="r" refFor="ch" refForName="space"/>
              <dgm:constr type="w" for="ch" forName="rect7ParTxNoCh" refType="w" refFor="ch" refForName="rect7"/>
              <dgm:constr type="t" for="ch" forName="rect7ParTxNoCh" refType="t" refFor="ch" refForName="rect7"/>
              <dgm:constr type="b" for="ch" forName="rect7ParTxNoCh" refType="b" refFor="ch" refForName="rect7"/>
              <dgm:constr type="l" for="ch" forName="rect1ParTx" refType="r" refFor="ch" refForName="space"/>
              <dgm:constr type="w" for="ch" forName="rect1ParTx" refType="w" refFor="ch" refForName="rect1" fact="0.5"/>
              <dgm:constr type="t" for="ch" forName="rect1ParTx" refType="t" refFor="ch" refForName="rect1"/>
              <dgm:constr type="b" for="ch" forName="rect1ParTx" refType="t" refFor="ch" refForName="rect2"/>
              <dgm:constr type="l" for="ch" forName="rect1ChTx" refType="r" refFor="ch" refForName="rect1ParTx"/>
              <dgm:constr type="w" for="ch" forName="rect1ChTx" refType="w" refFor="ch" refForName="rect1ParTx"/>
              <dgm:constr type="t" for="ch" forName="rect1ChTx" refType="t" refFor="ch" refForName="rect1ParTx"/>
              <dgm:constr type="b" for="ch" forName="rect1ChTx" refType="b" refFor="ch" refForName="rect1ParTx"/>
              <dgm:constr type="l" for="ch" forName="rect1ParTxNoCh" refType="r" refFor="ch" refForName="space"/>
              <dgm:constr type="w" for="ch" forName="rect1ParTxNoCh" refType="w" refFor="ch" refForName="rect1"/>
              <dgm:constr type="t" for="ch" forName="rect1ParTxNoCh" refType="t" refFor="ch" refForName="rect1"/>
              <dgm:constr type="b" for="ch" forName="rect1ParTxNoCh" refType="t" refFor="ch" refForName="rect2"/>
              <dgm:constr type="l" for="ch" forName="rect2ParTx" refType="r" refFor="ch" refForName="space"/>
              <dgm:constr type="w" for="ch" forName="rect2ParTx" refType="w" refFor="ch" refForName="rect2" fact="0.5"/>
              <dgm:constr type="t" for="ch" forName="rect2ParTx" refType="t" refFor="ch" refForName="rect2"/>
              <dgm:constr type="b" for="ch" forName="rect2ParTx" refType="t" refFor="ch" refForName="rect3"/>
              <dgm:constr type="l" for="ch" forName="rect2ChTx" refType="r" refFor="ch" refForName="rect2ParTx"/>
              <dgm:constr type="w" for="ch" forName="rect2ChTx" refType="w" refFor="ch" refForName="rect2ParTx"/>
              <dgm:constr type="t" for="ch" forName="rect2ChTx" refType="t" refFor="ch" refForName="rect2ParTx"/>
              <dgm:constr type="b" for="ch" forName="rect2ChTx" refType="b" refFor="ch" refForName="rect2ParTx"/>
              <dgm:constr type="l" for="ch" forName="rect2ParTxNoCh" refType="r" refFor="ch" refForName="space"/>
              <dgm:constr type="w" for="ch" forName="rect2ParTxNoCh" refType="w" refFor="ch" refForName="rect2"/>
              <dgm:constr type="t" for="ch" forName="rect2ParTxNoCh" refType="t" refFor="ch" refForName="rect2"/>
              <dgm:constr type="b" for="ch" forName="rect2ParTxNoCh" refType="t" refFor="ch" refForName="rect3"/>
              <dgm:constr type="l" for="ch" forName="rect3ParTx" refType="r" refFor="ch" refForName="space"/>
              <dgm:constr type="w" for="ch" forName="rect3ParTx" refType="w" refFor="ch" refForName="rect3" fact="0.5"/>
              <dgm:constr type="t" for="ch" forName="rect3ParTx" refType="t" refFor="ch" refForName="rect3"/>
              <dgm:constr type="b" for="ch" forName="rect3ParTx" refType="t" refFor="ch" refForName="rect4"/>
              <dgm:constr type="l" for="ch" forName="rect3ChTx" refType="r" refFor="ch" refForName="rect3ParTx"/>
              <dgm:constr type="w" for="ch" forName="rect3ChTx" refType="w" refFor="ch" refForName="rect3ParTx"/>
              <dgm:constr type="t" for="ch" forName="rect3ChTx" refType="t" refFor="ch" refForName="rect3ParTx"/>
              <dgm:constr type="b" for="ch" forName="rect3ChTx" refType="b" refFor="ch" refForName="rect3ParTx"/>
              <dgm:constr type="l" for="ch" forName="rect3ParTxNoCh" refType="r" refFor="ch" refForName="space"/>
              <dgm:constr type="w" for="ch" forName="rect3ParTxNoCh" refType="w" refFor="ch" refForName="rect3"/>
              <dgm:constr type="t" for="ch" forName="rect3ParTxNoCh" refType="t" refFor="ch" refForName="rect3"/>
              <dgm:constr type="b" for="ch" forName="rect3ParTxNoCh" refType="t" refFor="ch" refForName="rect4"/>
              <dgm:constr type="l" for="ch" forName="rect4ParTx" refType="r" refFor="ch" refForName="space"/>
              <dgm:constr type="w" for="ch" forName="rect4ParTx" refType="w" refFor="ch" refForName="rect4" fact="0.5"/>
              <dgm:constr type="t" for="ch" forName="rect4ParTx" refType="t" refFor="ch" refForName="rect4"/>
              <dgm:constr type="b" for="ch" forName="rect4ParTx" refType="t" refFor="ch" refForName="rect5"/>
              <dgm:constr type="l" for="ch" forName="rect4ChTx" refType="r" refFor="ch" refForName="rect4ParTx"/>
              <dgm:constr type="w" for="ch" forName="rect4ChTx" refType="w" refFor="ch" refForName="rect4ParTx"/>
              <dgm:constr type="t" for="ch" forName="rect4ChTx" refType="t" refFor="ch" refForName="rect4ParTx"/>
              <dgm:constr type="b" for="ch" forName="rect4ChTx" refType="b" refFor="ch" refForName="rect4ParTx"/>
              <dgm:constr type="l" for="ch" forName="rect4ParTxNoCh" refType="r" refFor="ch" refForName="space"/>
              <dgm:constr type="w" for="ch" forName="rect4ParTxNoCh" refType="w" refFor="ch" refForName="rect4"/>
              <dgm:constr type="t" for="ch" forName="rect4ParTxNoCh" refType="t" refFor="ch" refForName="rect4"/>
              <dgm:constr type="b" for="ch" forName="rect4ParTxNoCh" refType="t" refFor="ch" refForName="rect5"/>
              <dgm:constr type="l" for="ch" forName="rect5ParTx" refType="r" refFor="ch" refForName="space"/>
              <dgm:constr type="w" for="ch" forName="rect5ParTx" refType="w" refFor="ch" refForName="rect5" fact="0.5"/>
              <dgm:constr type="t" for="ch" forName="rect5ParTx" refType="t" refFor="ch" refForName="rect5"/>
              <dgm:constr type="b" for="ch" forName="rect5ParTx" refType="t" refFor="ch" refForName="rect6"/>
              <dgm:constr type="l" for="ch" forName="rect5ChTx" refType="r" refFor="ch" refForName="rect5ParTx"/>
              <dgm:constr type="w" for="ch" forName="rect5ChTx" refType="w" refFor="ch" refForName="rect5ParTx"/>
              <dgm:constr type="t" for="ch" forName="rect5ChTx" refType="t" refFor="ch" refForName="rect5ParTx"/>
              <dgm:constr type="b" for="ch" forName="rect5ChTx" refType="b" refFor="ch" refForName="rect5ParTx"/>
              <dgm:constr type="l" for="ch" forName="rect5ParTxNoCh" refType="r" refFor="ch" refForName="space"/>
              <dgm:constr type="w" for="ch" forName="rect5ParTxNoCh" refType="w" refFor="ch" refForName="rect5"/>
              <dgm:constr type="t" for="ch" forName="rect5ParTxNoCh" refType="t" refFor="ch" refForName="rect5"/>
              <dgm:constr type="b" for="ch" forName="rect5ParTxNoCh" refType="t" refFor="ch" refForName="rect6"/>
              <dgm:constr type="l" for="ch" forName="rect6ParTx" refType="r" refFor="ch" refForName="space"/>
              <dgm:constr type="w" for="ch" forName="rect6ParTx" refType="w" refFor="ch" refForName="rect6" fact="0.5"/>
              <dgm:constr type="t" for="ch" forName="rect6ParTx" refType="t" refFor="ch" refForName="rect6"/>
              <dgm:constr type="b" for="ch" forName="rect6ParTx" refType="t" refFor="ch" refForName="rect7"/>
              <dgm:constr type="l" for="ch" forName="rect6ChTx" refType="r" refFor="ch" refForName="rect6ParTx"/>
              <dgm:constr type="w" for="ch" forName="rect6ChTx" refType="w" refFor="ch" refForName="rect6ParTx"/>
              <dgm:constr type="t" for="ch" forName="rect6ChTx" refType="t" refFor="ch" refForName="rect6ParTx"/>
              <dgm:constr type="b" for="ch" forName="rect6ChTx" refType="b" refFor="ch" refForName="rect6ParTx"/>
              <dgm:constr type="l" for="ch" forName="rect6ParTxNoCh" refType="r"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11">
            <dgm:constrLst/>
          </dgm:else>
        </dgm:choose>
      </dgm:if>
      <dgm:else name="Name12">
        <dgm:choose name="Name13">
          <dgm:if name="Name14" axis="ch" ptType="node" func="cnt" op="equ" val="1">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r" for="ch" forName="rect1ParTx" refType="l" refFor="ch" refForName="space"/>
              <dgm:constr type="w" for="ch" forName="rect1ParTx" refType="w" refFor="ch" refForName="rect1" fact="0.5"/>
              <dgm:constr type="t" for="ch" forName="rect1ParTx" refType="t" refFor="ch" refForName="rect1"/>
              <dgm:constr type="b" for="ch" forName="rect1ParTx" refType="b" refFor="ch" refForName="rect1"/>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b" refFor="ch" refForName="rect1"/>
              <dgm:constr type="primFontSz" for="ch" op="equ" val="65"/>
              <dgm:constr type="secFontSz" for="ch" op="equ" val="65"/>
            </dgm:constrLst>
          </dgm:if>
          <dgm:if name="Name15" axis="ch" ptType="node" func="cnt" op="equ" val="2">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5"/>
              <dgm:constr type="hOff" for="ch" forName="circle2" refType="h" refFor="ch" refForName="vertSpace2" fact="-0.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r" for="ch" forName="rect2ParTx" refType="l" refFor="ch" refForName="space"/>
              <dgm:constr type="w" for="ch" forName="rect2ParTx" refType="w" refFor="ch" refForName="rect2" fact="0.5"/>
              <dgm:constr type="t" for="ch" forName="rect2ParTx" refType="t" refFor="ch" refForName="rect2"/>
              <dgm:constr type="b" for="ch" forName="rect2ParTx" refType="b" refFor="ch" refForName="rect2"/>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b" refFor="ch" refForName="rect2"/>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primFontSz" for="ch" op="equ" val="65"/>
              <dgm:constr type="secFontSz" for="ch" op="equ" val="65"/>
            </dgm:constrLst>
          </dgm:if>
          <dgm:if name="Name16" axis="ch" ptType="node" func="cnt" op="equ" val="3">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66667"/>
              <dgm:constr type="hOff" for="ch" forName="circle2" refType="h" refFor="ch" refForName="vertSpace2" fact="-0.33333"/>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33333"/>
              <dgm:constr type="hOff" for="ch" forName="circle3" refType="h" refFor="ch" refForName="vertSpace2" fact="-0.66667"/>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r" for="ch" forName="rect3ParTx" refType="l" refFor="ch" refForName="space"/>
              <dgm:constr type="w" for="ch" forName="rect3ParTx" refType="w" refFor="ch" refForName="rect3" fact="0.5"/>
              <dgm:constr type="t" for="ch" forName="rect3ParTx" refType="t" refFor="ch" refForName="rect3"/>
              <dgm:constr type="b" for="ch" forName="rect3ParTx" refType="b" refFor="ch" refForName="rect3"/>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b" refFor="ch" refForName="rect3"/>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primFontSz" for="ch" op="equ" val="65"/>
              <dgm:constr type="secFontSz" for="ch" op="equ" val="65"/>
            </dgm:constrLst>
          </dgm:if>
          <dgm:if name="Name17" axis="ch" ptType="node" func="cnt" op="equ" val="4">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75"/>
              <dgm:constr type="hOff" for="ch" forName="circle2" refType="h" refFor="ch" refForName="vertSpace2" fact="-0.25"/>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5"/>
              <dgm:constr type="hOff" for="ch" forName="circle3" refType="h" refFor="ch" refForName="vertSpace2" fact="-0.5"/>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25"/>
              <dgm:constr type="hOff" for="ch" forName="circle4" refType="h" refFor="ch" refForName="vertSpace2" fact="-0.7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r" for="ch" forName="rect4ParTx" refType="l" refFor="ch" refForName="space"/>
              <dgm:constr type="w" for="ch" forName="rect4ParTx" refType="w" refFor="ch" refForName="rect4" fact="0.5"/>
              <dgm:constr type="t" for="ch" forName="rect4ParTx" refType="t" refFor="ch" refForName="rect4"/>
              <dgm:constr type="b" for="ch" forName="rect4ParTx" refType="b" refFor="ch" refForName="rect4"/>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b" refFor="ch" refForName="rect4"/>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primFontSz" for="ch" op="equ" val="65"/>
              <dgm:constr type="secFontSz" for="ch" op="equ" val="65"/>
            </dgm:constrLst>
          </dgm:if>
          <dgm:if name="Name18" axis="ch" ptType="node" func="cnt" op="equ" val="5">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
              <dgm:constr type="hOff" for="ch" forName="circle2" refType="h" refFor="ch" refForName="vertSpace2" fact="-0.2"/>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
              <dgm:constr type="hOff" for="ch" forName="circle3" refType="h" refFor="ch" refForName="vertSpace2" fact="-0.4"/>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4"/>
              <dgm:constr type="hOff" for="ch" forName="circle4" refType="h" refFor="ch" refForName="vertSpace2" fact="-0.6"/>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2"/>
              <dgm:constr type="hOff" for="ch" forName="circle5" refType="h" refFor="ch" refForName="vertSpace2" fact="-0.8"/>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r" for="ch" forName="rect5ParTx" refType="l" refFor="ch" refForName="space"/>
              <dgm:constr type="w" for="ch" forName="rect5ParTx" refType="w" refFor="ch" refForName="rect5" fact="0.5"/>
              <dgm:constr type="t" for="ch" forName="rect5ParTx" refType="t" refFor="ch" refForName="rect5"/>
              <dgm:constr type="b" for="ch" forName="rect5ParTx" refType="b" refFor="ch" refForName="rect5"/>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b" refFor="ch" refForName="rect5"/>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primFontSz" for="ch" op="equ" val="65"/>
              <dgm:constr type="secFontSz" for="ch" op="equ" val="65"/>
            </dgm:constrLst>
          </dgm:if>
          <dgm:if name="Name19" axis="ch" ptType="node" func="cnt" op="equ" val="6">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3333"/>
              <dgm:constr type="hOff" for="ch" forName="circle2" refType="h" refFor="ch" refForName="vertSpace2" fact="-0.16667"/>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66667"/>
              <dgm:constr type="hOff" for="ch" forName="circle3" refType="h" refFor="ch" refForName="vertSpace2" fact="-0.33333"/>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
              <dgm:constr type="hOff" for="ch" forName="circle4" refType="h" refFor="ch" refForName="vertSpace2" fact="-0.5"/>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33333"/>
              <dgm:constr type="hOff" for="ch" forName="circle5" refType="h" refFor="ch" refForName="vertSpace2" fact="-0.66667"/>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16667"/>
              <dgm:constr type="hOff" for="ch" forName="circle6" refType="h" refFor="ch" refForName="vertSpace2" fact="-0.83333"/>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r" for="ch" forName="rect6ParTx" refType="l" refFor="ch" refForName="space"/>
              <dgm:constr type="w" for="ch" forName="rect6ParTx" refType="w" refFor="ch" refForName="rect6" fact="0.5"/>
              <dgm:constr type="t" for="ch" forName="rect6ParTx" refType="t" refFor="ch" refForName="rect6"/>
              <dgm:constr type="b" for="ch" forName="rect6ParTx" refType="b" refFor="ch" refForName="rect6"/>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b" refFor="ch" refForName="rect6"/>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primFontSz" for="ch" op="equ" val="65"/>
              <dgm:constr type="secFontSz" for="ch" op="equ" val="65"/>
            </dgm:constrLst>
          </dgm:if>
          <dgm:if name="Name20" axis="ch" ptType="node" func="cnt" op="gte" val="7">
            <dgm:constrLst>
              <dgm:constr type="userA" refType="w" fact="0.3"/>
              <dgm:constr type="w" for="ch" forName="circle1" refType="userA" fact="2"/>
              <dgm:constr type="h" for="ch" forName="circle1" refType="w" refFor="ch" refForName="circle1" op="equ"/>
              <dgm:constr type="r" for="ch" forName="circle1" refType="w"/>
              <dgm:constr type="ctrY" for="ch" forName="circle1" refType="h" fact="0.5"/>
              <dgm:constr type="r" for="ch" forName="space" refType="ctrX" refFor="ch" refForName="circle1"/>
              <dgm:constr type="w" for="ch" forName="space"/>
              <dgm:constr type="h" for="ch" forName="space" refType="h" refFor="ch" refForName="circle1"/>
              <dgm:constr type="b" for="ch" forName="space" refType="b" refFor="ch" refForName="circle1"/>
              <dgm:constr type="r" for="ch" forName="rect1" refType="l" refFor="ch" refForName="space"/>
              <dgm:constr type="l" for="ch" forName="rect1"/>
              <dgm:constr type="h" for="ch" forName="rect1" refType="h" refFor="ch" refForName="circle1"/>
              <dgm:constr type="b" for="ch" forName="rect1" refType="b" refFor="ch" refForName="circle1"/>
              <dgm:constr type="l" for="ch" forName="vertSpace2"/>
              <dgm:constr type="w" for="ch" forName="vertSpace2" refType="w"/>
              <dgm:constr type="h" for="ch" forName="vertSpace2" refType="h" refFor="ch" refForName="circle1" fact="0.05"/>
              <dgm:constr type="b" for="ch" forName="vertSpace2" refType="b" refFor="ch" refForName="circle1"/>
              <dgm:constr type="ctrX" for="ch" forName="circle2" refType="r" refFor="ch" refForName="space"/>
              <dgm:constr type="h" for="ch" forName="circle2" refType="h" refFor="ch" refForName="circle1" fact="0.85714"/>
              <dgm:constr type="hOff" for="ch" forName="circle2" refType="h" refFor="ch" refForName="vertSpace2" fact="-0.14286"/>
              <dgm:constr type="w" for="ch" forName="circle2" refType="h" refFor="ch" refForName="circle2" op="equ"/>
              <dgm:constr type="wOff" for="ch" forName="circle2" refType="hOff" refFor="ch" refForName="circle2" op="equ"/>
              <dgm:constr type="b" for="ch" forName="circle2" refType="t" refFor="ch" refForName="vertSpace2"/>
              <dgm:constr type="r" for="ch" forName="rect2" refType="l" refFor="ch" refForName="space"/>
              <dgm:constr type="l" for="ch" forName="rect2"/>
              <dgm:constr type="h" for="ch" forName="rect2" refType="h" refFor="ch" refForName="circle2"/>
              <dgm:constr type="hOff" for="ch" forName="rect2" refType="hOff" refFor="ch" refForName="circle2"/>
              <dgm:constr type="b" for="ch" forName="rect2" refType="b" refFor="ch" refForName="circle2"/>
              <dgm:constr type="l" for="ch" forName="vertSpace3"/>
              <dgm:constr type="w" for="ch" forName="vertSpace3" refType="w"/>
              <dgm:constr type="h" for="ch" forName="vertSpace3" refType="h" refFor="ch" refForName="vertSpace2"/>
              <dgm:constr type="b" for="ch" forName="vertSpace3" refType="t" refFor="ch" refForName="vertSpace2"/>
              <dgm:constr type="ctrX" for="ch" forName="circle3" refType="r" refFor="ch" refForName="space"/>
              <dgm:constr type="h" for="ch" forName="circle3" refType="h" refFor="ch" refForName="circle1" fact="0.71429"/>
              <dgm:constr type="hOff" for="ch" forName="circle3" refType="h" refFor="ch" refForName="vertSpace2" fact="-0.28571"/>
              <dgm:constr type="w" for="ch" forName="circle3" refType="h" refFor="ch" refForName="circle3" op="equ"/>
              <dgm:constr type="wOff" for="ch" forName="circle3" refType="hOff" refFor="ch" refForName="circle3" op="equ"/>
              <dgm:constr type="b" for="ch" forName="circle3" refType="t" refFor="ch" refForName="vertSpace3"/>
              <dgm:constr type="r" for="ch" forName="rect3" refType="l" refFor="ch" refForName="space"/>
              <dgm:constr type="l" for="ch" forName="rect3"/>
              <dgm:constr type="h" for="ch" forName="rect3" refType="h" refFor="ch" refForName="circle3"/>
              <dgm:constr type="hOff" for="ch" forName="rect3" refType="hOff" refFor="ch" refForName="circle3"/>
              <dgm:constr type="b" for="ch" forName="rect3" refType="b" refFor="ch" refForName="circle3"/>
              <dgm:constr type="l" for="ch" forName="vertSpace4"/>
              <dgm:constr type="w" for="ch" forName="vertSpace4" refType="w"/>
              <dgm:constr type="h" for="ch" forName="vertSpace4" refType="h" refFor="ch" refForName="vertSpace3"/>
              <dgm:constr type="b" for="ch" forName="vertSpace4" refType="t" refFor="ch" refForName="vertSpace3"/>
              <dgm:constr type="ctrX" for="ch" forName="circle4" refType="r" refFor="ch" refForName="space"/>
              <dgm:constr type="h" for="ch" forName="circle4" refType="h" refFor="ch" refForName="circle1" fact="0.57143"/>
              <dgm:constr type="hOff" for="ch" forName="circle4" refType="h" refFor="ch" refForName="vertSpace2" fact="-0.42857"/>
              <dgm:constr type="w" for="ch" forName="circle4" refType="h" refFor="ch" refForName="circle4" op="equ"/>
              <dgm:constr type="wOff" for="ch" forName="circle4" refType="hOff" refFor="ch" refForName="circle4" op="equ"/>
              <dgm:constr type="b" for="ch" forName="circle4" refType="t" refFor="ch" refForName="vertSpace4"/>
              <dgm:constr type="r" for="ch" forName="rect4" refType="l" refFor="ch" refForName="space"/>
              <dgm:constr type="l" for="ch" forName="rect4"/>
              <dgm:constr type="h" for="ch" forName="rect4" refType="h" refFor="ch" refForName="circle4"/>
              <dgm:constr type="hOff" for="ch" forName="rect4" refType="hOff" refFor="ch" refForName="circle4"/>
              <dgm:constr type="b" for="ch" forName="rect4" refType="b" refFor="ch" refForName="circle4"/>
              <dgm:constr type="l" for="ch" forName="vertSpace5"/>
              <dgm:constr type="w" for="ch" forName="vertSpace5" refType="w"/>
              <dgm:constr type="h" for="ch" forName="vertSpace5" refType="h" refFor="ch" refForName="vertSpace4"/>
              <dgm:constr type="b" for="ch" forName="vertSpace5" refType="t" refFor="ch" refForName="vertSpace4"/>
              <dgm:constr type="ctrX" for="ch" forName="circle5" refType="r" refFor="ch" refForName="space"/>
              <dgm:constr type="h" for="ch" forName="circle5" refType="h" refFor="ch" refForName="circle1" fact="0.42857"/>
              <dgm:constr type="hOff" for="ch" forName="circle5" refType="h" refFor="ch" refForName="vertSpace2" fact="-0.57143"/>
              <dgm:constr type="w" for="ch" forName="circle5" refType="h" refFor="ch" refForName="circle5" op="equ"/>
              <dgm:constr type="wOff" for="ch" forName="circle5" refType="hOff" refFor="ch" refForName="circle5" op="equ"/>
              <dgm:constr type="b" for="ch" forName="circle5" refType="t" refFor="ch" refForName="vertSpace5"/>
              <dgm:constr type="r" for="ch" forName="rect5" refType="l" refFor="ch" refForName="space"/>
              <dgm:constr type="l" for="ch" forName="rect5"/>
              <dgm:constr type="h" for="ch" forName="rect5" refType="h" refFor="ch" refForName="circle5"/>
              <dgm:constr type="hOff" for="ch" forName="rect5" refType="hOff" refFor="ch" refForName="circle5"/>
              <dgm:constr type="b" for="ch" forName="rect5" refType="b" refFor="ch" refForName="circle5"/>
              <dgm:constr type="l" for="ch" forName="vertSpace6"/>
              <dgm:constr type="w" for="ch" forName="vertSpace6" refType="w"/>
              <dgm:constr type="h" for="ch" forName="vertSpace6" refType="h" refFor="ch" refForName="vertSpace5"/>
              <dgm:constr type="b" for="ch" forName="vertSpace6" refType="t" refFor="ch" refForName="vertSpace5"/>
              <dgm:constr type="ctrX" for="ch" forName="circle6" refType="r" refFor="ch" refForName="space"/>
              <dgm:constr type="h" for="ch" forName="circle6" refType="h" refFor="ch" refForName="circle1" fact="0.28571"/>
              <dgm:constr type="hOff" for="ch" forName="circle6" refType="h" refFor="ch" refForName="vertSpace2" fact="-0.71429"/>
              <dgm:constr type="w" for="ch" forName="circle6" refType="h" refFor="ch" refForName="circle6" op="equ"/>
              <dgm:constr type="wOff" for="ch" forName="circle6" refType="hOff" refFor="ch" refForName="circle6" op="equ"/>
              <dgm:constr type="b" for="ch" forName="circle6" refType="t" refFor="ch" refForName="vertSpace6"/>
              <dgm:constr type="r" for="ch" forName="rect6" refType="l" refFor="ch" refForName="space"/>
              <dgm:constr type="l" for="ch" forName="rect6"/>
              <dgm:constr type="h" for="ch" forName="rect6" refType="h" refFor="ch" refForName="circle6"/>
              <dgm:constr type="hOff" for="ch" forName="rect6" refType="hOff" refFor="ch" refForName="circle6"/>
              <dgm:constr type="b" for="ch" forName="rect6" refType="b" refFor="ch" refForName="circle6"/>
              <dgm:constr type="l" for="ch" forName="vertSpace7"/>
              <dgm:constr type="w" for="ch" forName="vertSpace7" refType="w"/>
              <dgm:constr type="h" for="ch" forName="vertSpace7" refType="h" refFor="ch" refForName="vertSpace6"/>
              <dgm:constr type="b" for="ch" forName="vertSpace7" refType="t" refFor="ch" refForName="vertSpace6"/>
              <dgm:constr type="ctrX" for="ch" forName="circle7" refType="r" refFor="ch" refForName="space"/>
              <dgm:constr type="h" for="ch" forName="circle7" refType="h" refFor="ch" refForName="circle1" fact="0.14286"/>
              <dgm:constr type="hOff" for="ch" forName="circle7" refType="h" refFor="ch" refForName="vertSpace2" fact="-0.85714"/>
              <dgm:constr type="w" for="ch" forName="circle7" refType="h" refFor="ch" refForName="circle7" op="equ"/>
              <dgm:constr type="wOff" for="ch" forName="circle7" refType="hOff" refFor="ch" refForName="circle7" op="equ"/>
              <dgm:constr type="b" for="ch" forName="circle7" refType="t" refFor="ch" refForName="vertSpace7"/>
              <dgm:constr type="r" for="ch" forName="rect7" refType="l" refFor="ch" refForName="space"/>
              <dgm:constr type="l" for="ch" forName="rect7"/>
              <dgm:constr type="h" for="ch" forName="rect7" refType="h" refFor="ch" refForName="circle7"/>
              <dgm:constr type="hOff" for="ch" forName="rect7" refType="hOff" refFor="ch" refForName="circle7"/>
              <dgm:constr type="b" for="ch" forName="rect7" refType="b" refFor="ch" refForName="circle7"/>
              <dgm:constr type="r" for="ch" forName="rect7ParTx" refType="l" refFor="ch" refForName="space"/>
              <dgm:constr type="w" for="ch" forName="rect7ParTx" refType="w" refFor="ch" refForName="rect7" fact="0.5"/>
              <dgm:constr type="t" for="ch" forName="rect7ParTx" refType="t" refFor="ch" refForName="rect7"/>
              <dgm:constr type="b" for="ch" forName="rect7ParTx" refType="b" refFor="ch" refForName="rect7"/>
              <dgm:constr type="r" for="ch" forName="rect7ChTx" refType="l" refFor="ch" refForName="rect7ParTx"/>
              <dgm:constr type="w" for="ch" forName="rect7ChTx" refType="w" refFor="ch" refForName="rect7ParTx"/>
              <dgm:constr type="t" for="ch" forName="rect7ChTx" refType="t" refFor="ch" refForName="rect7ParTx"/>
              <dgm:constr type="b" for="ch" forName="rect7ChTx" refType="b" refFor="ch" refForName="rect7ParTx"/>
              <dgm:constr type="r" for="ch" forName="rect7ParTxNoCh" refType="l" refFor="ch" refForName="space"/>
              <dgm:constr type="w" for="ch" forName="rect7ParTxNoCh" refType="w" refFor="ch" refForName="rect7"/>
              <dgm:constr type="t" for="ch" forName="rect7ParTxNoCh" refType="t" refFor="ch" refForName="rect7"/>
              <dgm:constr type="b" for="ch" forName="rect7ParTxNoCh" refType="b" refFor="ch" refForName="rect7"/>
              <dgm:constr type="r" for="ch" forName="rect1ParTx" refType="l" refFor="ch" refForName="space"/>
              <dgm:constr type="w" for="ch" forName="rect1ParTx" refType="w" refFor="ch" refForName="rect1" fact="0.5"/>
              <dgm:constr type="t" for="ch" forName="rect1ParTx" refType="t" refFor="ch" refForName="rect1"/>
              <dgm:constr type="b" for="ch" forName="rect1ParTx" refType="t" refFor="ch" refForName="rect2"/>
              <dgm:constr type="r" for="ch" forName="rect1ChTx" refType="l" refFor="ch" refForName="rect1ParTx"/>
              <dgm:constr type="w" for="ch" forName="rect1ChTx" refType="w" refFor="ch" refForName="rect1ParTx"/>
              <dgm:constr type="t" for="ch" forName="rect1ChTx" refType="t" refFor="ch" refForName="rect1ParTx"/>
              <dgm:constr type="b" for="ch" forName="rect1ChTx" refType="b" refFor="ch" refForName="rect1ParTx"/>
              <dgm:constr type="r" for="ch" forName="rect1ParTxNoCh" refType="l" refFor="ch" refForName="space"/>
              <dgm:constr type="w" for="ch" forName="rect1ParTxNoCh" refType="w" refFor="ch" refForName="rect1"/>
              <dgm:constr type="t" for="ch" forName="rect1ParTxNoCh" refType="t" refFor="ch" refForName="rect1"/>
              <dgm:constr type="b" for="ch" forName="rect1ParTxNoCh" refType="t" refFor="ch" refForName="rect2"/>
              <dgm:constr type="r" for="ch" forName="rect2ParTx" refType="l" refFor="ch" refForName="space"/>
              <dgm:constr type="w" for="ch" forName="rect2ParTx" refType="w" refFor="ch" refForName="rect2" fact="0.5"/>
              <dgm:constr type="t" for="ch" forName="rect2ParTx" refType="t" refFor="ch" refForName="rect2"/>
              <dgm:constr type="b" for="ch" forName="rect2ParTx" refType="t" refFor="ch" refForName="rect3"/>
              <dgm:constr type="r" for="ch" forName="rect2ChTx" refType="l" refFor="ch" refForName="rect2ParTx"/>
              <dgm:constr type="w" for="ch" forName="rect2ChTx" refType="w" refFor="ch" refForName="rect2ParTx"/>
              <dgm:constr type="t" for="ch" forName="rect2ChTx" refType="t" refFor="ch" refForName="rect2ParTx"/>
              <dgm:constr type="b" for="ch" forName="rect2ChTx" refType="b" refFor="ch" refForName="rect2ParTx"/>
              <dgm:constr type="r" for="ch" forName="rect2ParTxNoCh" refType="l" refFor="ch" refForName="space"/>
              <dgm:constr type="w" for="ch" forName="rect2ParTxNoCh" refType="w" refFor="ch" refForName="rect2"/>
              <dgm:constr type="t" for="ch" forName="rect2ParTxNoCh" refType="t" refFor="ch" refForName="rect2"/>
              <dgm:constr type="b" for="ch" forName="rect2ParTxNoCh" refType="t" refFor="ch" refForName="rect3"/>
              <dgm:constr type="r" for="ch" forName="rect3ParTx" refType="l" refFor="ch" refForName="space"/>
              <dgm:constr type="w" for="ch" forName="rect3ParTx" refType="w" refFor="ch" refForName="rect3" fact="0.5"/>
              <dgm:constr type="t" for="ch" forName="rect3ParTx" refType="t" refFor="ch" refForName="rect3"/>
              <dgm:constr type="b" for="ch" forName="rect3ParTx" refType="t" refFor="ch" refForName="rect4"/>
              <dgm:constr type="r" for="ch" forName="rect3ChTx" refType="l" refFor="ch" refForName="rect3ParTx"/>
              <dgm:constr type="w" for="ch" forName="rect3ChTx" refType="w" refFor="ch" refForName="rect3ParTx"/>
              <dgm:constr type="t" for="ch" forName="rect3ChTx" refType="t" refFor="ch" refForName="rect3ParTx"/>
              <dgm:constr type="b" for="ch" forName="rect3ChTx" refType="b" refFor="ch" refForName="rect3ParTx"/>
              <dgm:constr type="r" for="ch" forName="rect3ParTxNoCh" refType="l" refFor="ch" refForName="space"/>
              <dgm:constr type="w" for="ch" forName="rect3ParTxNoCh" refType="w" refFor="ch" refForName="rect3"/>
              <dgm:constr type="t" for="ch" forName="rect3ParTxNoCh" refType="t" refFor="ch" refForName="rect3"/>
              <dgm:constr type="b" for="ch" forName="rect3ParTxNoCh" refType="t" refFor="ch" refForName="rect4"/>
              <dgm:constr type="r" for="ch" forName="rect4ParTx" refType="l" refFor="ch" refForName="space"/>
              <dgm:constr type="w" for="ch" forName="rect4ParTx" refType="w" refFor="ch" refForName="rect4" fact="0.5"/>
              <dgm:constr type="t" for="ch" forName="rect4ParTx" refType="t" refFor="ch" refForName="rect4"/>
              <dgm:constr type="b" for="ch" forName="rect4ParTx" refType="t" refFor="ch" refForName="rect5"/>
              <dgm:constr type="r" for="ch" forName="rect4ChTx" refType="l" refFor="ch" refForName="rect4ParTx"/>
              <dgm:constr type="w" for="ch" forName="rect4ChTx" refType="w" refFor="ch" refForName="rect4ParTx"/>
              <dgm:constr type="t" for="ch" forName="rect4ChTx" refType="t" refFor="ch" refForName="rect4ParTx"/>
              <dgm:constr type="b" for="ch" forName="rect4ChTx" refType="b" refFor="ch" refForName="rect4ParTx"/>
              <dgm:constr type="r" for="ch" forName="rect4ParTxNoCh" refType="l" refFor="ch" refForName="space"/>
              <dgm:constr type="w" for="ch" forName="rect4ParTxNoCh" refType="w" refFor="ch" refForName="rect4"/>
              <dgm:constr type="t" for="ch" forName="rect4ParTxNoCh" refType="t" refFor="ch" refForName="rect4"/>
              <dgm:constr type="b" for="ch" forName="rect4ParTxNoCh" refType="t" refFor="ch" refForName="rect5"/>
              <dgm:constr type="r" for="ch" forName="rect5ParTx" refType="l" refFor="ch" refForName="space"/>
              <dgm:constr type="w" for="ch" forName="rect5ParTx" refType="w" refFor="ch" refForName="rect5" fact="0.5"/>
              <dgm:constr type="t" for="ch" forName="rect5ParTx" refType="t" refFor="ch" refForName="rect5"/>
              <dgm:constr type="b" for="ch" forName="rect5ParTx" refType="t" refFor="ch" refForName="rect6"/>
              <dgm:constr type="r" for="ch" forName="rect5ChTx" refType="l" refFor="ch" refForName="rect5ParTx"/>
              <dgm:constr type="w" for="ch" forName="rect5ChTx" refType="w" refFor="ch" refForName="rect5ParTx"/>
              <dgm:constr type="t" for="ch" forName="rect5ChTx" refType="t" refFor="ch" refForName="rect5ParTx"/>
              <dgm:constr type="b" for="ch" forName="rect5ChTx" refType="b" refFor="ch" refForName="rect5ParTx"/>
              <dgm:constr type="r" for="ch" forName="rect5ParTxNoCh" refType="l" refFor="ch" refForName="space"/>
              <dgm:constr type="w" for="ch" forName="rect5ParTxNoCh" refType="w" refFor="ch" refForName="rect5"/>
              <dgm:constr type="t" for="ch" forName="rect5ParTxNoCh" refType="t" refFor="ch" refForName="rect5"/>
              <dgm:constr type="b" for="ch" forName="rect5ParTxNoCh" refType="t" refFor="ch" refForName="rect6"/>
              <dgm:constr type="r" for="ch" forName="rect6ParTx" refType="l" refFor="ch" refForName="space"/>
              <dgm:constr type="w" for="ch" forName="rect6ParTx" refType="w" refFor="ch" refForName="rect6" fact="0.5"/>
              <dgm:constr type="t" for="ch" forName="rect6ParTx" refType="t" refFor="ch" refForName="rect6"/>
              <dgm:constr type="b" for="ch" forName="rect6ParTx" refType="t" refFor="ch" refForName="rect7"/>
              <dgm:constr type="r" for="ch" forName="rect6ChTx" refType="l" refFor="ch" refForName="rect6ParTx"/>
              <dgm:constr type="w" for="ch" forName="rect6ChTx" refType="w" refFor="ch" refForName="rect6ParTx"/>
              <dgm:constr type="t" for="ch" forName="rect6ChTx" refType="t" refFor="ch" refForName="rect6ParTx"/>
              <dgm:constr type="b" for="ch" forName="rect6ChTx" refType="b" refFor="ch" refForName="rect6ParTx"/>
              <dgm:constr type="r" for="ch" forName="rect6ParTxNoCh" refType="l" refFor="ch" refForName="space"/>
              <dgm:constr type="w" for="ch" forName="rect6ParTxNoCh" refType="w" refFor="ch" refForName="rect6"/>
              <dgm:constr type="t" for="ch" forName="rect6ParTxNoCh" refType="t" refFor="ch" refForName="rect6"/>
              <dgm:constr type="b" for="ch" forName="rect6ParTxNoCh" refType="t" refFor="ch" refForName="rect7"/>
              <dgm:constr type="primFontSz" for="ch" op="equ" val="65"/>
              <dgm:constr type="secFontSz" for="ch" op="equ" val="65"/>
            </dgm:constrLst>
          </dgm:if>
          <dgm:else name="Name21">
            <dgm:constrLst/>
          </dgm:else>
        </dgm:choose>
      </dgm:else>
    </dgm:choose>
    <dgm:ruleLst/>
    <dgm:forEach name="Name22" axis="ch" ptType="node" cnt="1">
      <dgm:layoutNode name="circle1" styleLbl="node1">
        <dgm:alg type="sp"/>
        <dgm:choose name="Name23">
          <dgm:if name="Name24" func="var" arg="dir" op="equ" val="norm">
            <dgm:shape xmlns:r="http://schemas.openxmlformats.org/officeDocument/2006/relationships" type="pie" r:blip="">
              <dgm:adjLst>
                <dgm:adj idx="1" val="90"/>
                <dgm:adj idx="2" val="270"/>
              </dgm:adjLst>
            </dgm:shape>
          </dgm:if>
          <dgm:else name="Name25">
            <dgm:shape xmlns:r="http://schemas.openxmlformats.org/officeDocument/2006/relationships" type="pie" r:blip="">
              <dgm:adjLst>
                <dgm:adj idx="1" val="270"/>
                <dgm:adj idx="2" val="90"/>
              </dgm:adjLst>
            </dgm:shape>
          </dgm:else>
        </dgm:choose>
        <dgm:presOf/>
        <dgm:constrLst/>
        <dgm:ruleLst/>
      </dgm:layoutNode>
      <dgm:layoutNode name="space">
        <dgm:alg type="sp"/>
        <dgm:shape xmlns:r="http://schemas.openxmlformats.org/officeDocument/2006/relationships" r:blip="">
          <dgm:adjLst/>
        </dgm:shape>
        <dgm:presOf/>
        <dgm:constrLst/>
        <dgm:ruleLst/>
      </dgm:layoutNode>
      <dgm:layoutNode name="rect1" styleLbl="alignAcc1">
        <dgm:alg type="sp"/>
        <dgm:shape xmlns:r="http://schemas.openxmlformats.org/officeDocument/2006/relationships" type="rect" r:blip="">
          <dgm:adjLst/>
        </dgm:shape>
        <dgm:presOf axis="self"/>
        <dgm:constrLst/>
        <dgm:ruleLst/>
      </dgm:layoutNode>
    </dgm:forEach>
    <dgm:forEach name="Name26" axis="ch" ptType="node" st="2" cnt="1">
      <dgm:layoutNode name="vertSpace2">
        <dgm:alg type="sp"/>
        <dgm:shape xmlns:r="http://schemas.openxmlformats.org/officeDocument/2006/relationships" type="rect" r:blip="" hideGeom="1">
          <dgm:adjLst/>
        </dgm:shape>
        <dgm:presOf/>
        <dgm:constrLst/>
        <dgm:ruleLst/>
      </dgm:layoutNode>
      <dgm:layoutNode name="circle2" styleLbl="node1">
        <dgm:alg type="sp"/>
        <dgm:choose name="Name27">
          <dgm:if name="Name28" func="var" arg="dir" op="equ" val="norm">
            <dgm:shape xmlns:r="http://schemas.openxmlformats.org/officeDocument/2006/relationships" type="pie" r:blip="">
              <dgm:adjLst>
                <dgm:adj idx="1" val="90"/>
                <dgm:adj idx="2" val="270"/>
              </dgm:adjLst>
            </dgm:shape>
          </dgm:if>
          <dgm:else name="Name29">
            <dgm:shape xmlns:r="http://schemas.openxmlformats.org/officeDocument/2006/relationships" type="pie" r:blip="">
              <dgm:adjLst>
                <dgm:adj idx="1" val="270"/>
                <dgm:adj idx="2" val="90"/>
              </dgm:adjLst>
            </dgm:shape>
          </dgm:else>
        </dgm:choose>
        <dgm:presOf/>
        <dgm:constrLst/>
        <dgm:ruleLst/>
      </dgm:layoutNode>
      <dgm:layoutNode name="rect2" styleLbl="alignAcc1">
        <dgm:alg type="sp"/>
        <dgm:shape xmlns:r="http://schemas.openxmlformats.org/officeDocument/2006/relationships" type="rect" r:blip="">
          <dgm:adjLst/>
        </dgm:shape>
        <dgm:presOf axis="self"/>
        <dgm:constrLst/>
        <dgm:ruleLst/>
      </dgm:layoutNode>
    </dgm:forEach>
    <dgm:forEach name="Name30" axis="ch" ptType="node" st="3" cnt="1">
      <dgm:layoutNode name="vertSpace3">
        <dgm:alg type="sp"/>
        <dgm:shape xmlns:r="http://schemas.openxmlformats.org/officeDocument/2006/relationships" type="rect" r:blip="" hideGeom="1">
          <dgm:adjLst/>
        </dgm:shape>
        <dgm:presOf/>
        <dgm:constrLst/>
        <dgm:ruleLst/>
      </dgm:layoutNode>
      <dgm:layoutNode name="circle3" styleLbl="node1">
        <dgm:alg type="sp"/>
        <dgm:choose name="Name31">
          <dgm:if name="Name32" func="var" arg="dir" op="equ" val="norm">
            <dgm:shape xmlns:r="http://schemas.openxmlformats.org/officeDocument/2006/relationships" type="pie" r:blip="">
              <dgm:adjLst>
                <dgm:adj idx="1" val="90"/>
                <dgm:adj idx="2" val="270"/>
              </dgm:adjLst>
            </dgm:shape>
          </dgm:if>
          <dgm:else name="Name33">
            <dgm:shape xmlns:r="http://schemas.openxmlformats.org/officeDocument/2006/relationships" type="pie" r:blip="">
              <dgm:adjLst>
                <dgm:adj idx="1" val="270"/>
                <dgm:adj idx="2" val="90"/>
              </dgm:adjLst>
            </dgm:shape>
          </dgm:else>
        </dgm:choose>
        <dgm:presOf/>
        <dgm:constrLst/>
        <dgm:ruleLst/>
      </dgm:layoutNode>
      <dgm:layoutNode name="rect3" styleLbl="alignAcc1">
        <dgm:alg type="sp"/>
        <dgm:shape xmlns:r="http://schemas.openxmlformats.org/officeDocument/2006/relationships" type="rect" r:blip="">
          <dgm:adjLst/>
        </dgm:shape>
        <dgm:presOf axis="self"/>
        <dgm:constrLst/>
        <dgm:ruleLst/>
      </dgm:layoutNode>
    </dgm:forEach>
    <dgm:forEach name="Name34" axis="ch" ptType="node" st="4" cnt="1">
      <dgm:layoutNode name="vertSpace4">
        <dgm:alg type="sp"/>
        <dgm:shape xmlns:r="http://schemas.openxmlformats.org/officeDocument/2006/relationships" type="rect" r:blip="" hideGeom="1">
          <dgm:adjLst/>
        </dgm:shape>
        <dgm:presOf/>
        <dgm:constrLst/>
        <dgm:ruleLst/>
      </dgm:layoutNode>
      <dgm:layoutNode name="circle4" styleLbl="node1">
        <dgm:alg type="sp"/>
        <dgm:choose name="Name35">
          <dgm:if name="Name36" func="var" arg="dir" op="equ" val="norm">
            <dgm:shape xmlns:r="http://schemas.openxmlformats.org/officeDocument/2006/relationships" type="pie" r:blip="">
              <dgm:adjLst>
                <dgm:adj idx="1" val="90"/>
                <dgm:adj idx="2" val="270"/>
              </dgm:adjLst>
            </dgm:shape>
          </dgm:if>
          <dgm:else name="Name37">
            <dgm:shape xmlns:r="http://schemas.openxmlformats.org/officeDocument/2006/relationships" type="pie" r:blip="">
              <dgm:adjLst>
                <dgm:adj idx="1" val="270"/>
                <dgm:adj idx="2" val="90"/>
              </dgm:adjLst>
            </dgm:shape>
          </dgm:else>
        </dgm:choose>
        <dgm:presOf/>
        <dgm:constrLst/>
        <dgm:ruleLst/>
      </dgm:layoutNode>
      <dgm:layoutNode name="rect4" styleLbl="alignAcc1">
        <dgm:alg type="sp"/>
        <dgm:shape xmlns:r="http://schemas.openxmlformats.org/officeDocument/2006/relationships" type="rect" r:blip="">
          <dgm:adjLst/>
        </dgm:shape>
        <dgm:presOf axis="self"/>
        <dgm:constrLst/>
        <dgm:ruleLst/>
      </dgm:layoutNode>
    </dgm:forEach>
    <dgm:forEach name="Name38" axis="ch" ptType="node" st="5" cnt="1">
      <dgm:layoutNode name="vertSpace5">
        <dgm:alg type="sp"/>
        <dgm:shape xmlns:r="http://schemas.openxmlformats.org/officeDocument/2006/relationships" type="rect" r:blip="" hideGeom="1">
          <dgm:adjLst/>
        </dgm:shape>
        <dgm:presOf/>
        <dgm:constrLst/>
        <dgm:ruleLst/>
      </dgm:layoutNode>
      <dgm:layoutNode name="circle5" styleLbl="node1">
        <dgm:alg type="sp"/>
        <dgm:choose name="Name39">
          <dgm:if name="Name40" func="var" arg="dir" op="equ" val="norm">
            <dgm:shape xmlns:r="http://schemas.openxmlformats.org/officeDocument/2006/relationships" type="pie" r:blip="">
              <dgm:adjLst>
                <dgm:adj idx="1" val="90"/>
                <dgm:adj idx="2" val="270"/>
              </dgm:adjLst>
            </dgm:shape>
          </dgm:if>
          <dgm:else name="Name41">
            <dgm:shape xmlns:r="http://schemas.openxmlformats.org/officeDocument/2006/relationships" type="pie" r:blip="">
              <dgm:adjLst>
                <dgm:adj idx="1" val="270"/>
                <dgm:adj idx="2" val="90"/>
              </dgm:adjLst>
            </dgm:shape>
          </dgm:else>
        </dgm:choose>
        <dgm:presOf/>
        <dgm:constrLst/>
        <dgm:ruleLst/>
      </dgm:layoutNode>
      <dgm:layoutNode name="rect5" styleLbl="alignAcc1">
        <dgm:alg type="sp"/>
        <dgm:shape xmlns:r="http://schemas.openxmlformats.org/officeDocument/2006/relationships" type="rect" r:blip="">
          <dgm:adjLst/>
        </dgm:shape>
        <dgm:presOf axis="self"/>
        <dgm:constrLst/>
        <dgm:ruleLst/>
      </dgm:layoutNode>
    </dgm:forEach>
    <dgm:forEach name="Name42" axis="ch" ptType="node" st="6" cnt="1">
      <dgm:layoutNode name="vertSpace6">
        <dgm:alg type="sp"/>
        <dgm:shape xmlns:r="http://schemas.openxmlformats.org/officeDocument/2006/relationships" type="rect" r:blip="" hideGeom="1">
          <dgm:adjLst/>
        </dgm:shape>
        <dgm:presOf/>
        <dgm:constrLst/>
        <dgm:ruleLst/>
      </dgm:layoutNode>
      <dgm:layoutNode name="circle6" styleLbl="node1">
        <dgm:alg type="sp"/>
        <dgm:choose name="Name43">
          <dgm:if name="Name44" func="var" arg="dir" op="equ" val="norm">
            <dgm:shape xmlns:r="http://schemas.openxmlformats.org/officeDocument/2006/relationships" type="pie" r:blip="">
              <dgm:adjLst>
                <dgm:adj idx="1" val="90"/>
                <dgm:adj idx="2" val="270"/>
              </dgm:adjLst>
            </dgm:shape>
          </dgm:if>
          <dgm:else name="Name45">
            <dgm:shape xmlns:r="http://schemas.openxmlformats.org/officeDocument/2006/relationships" type="pie" r:blip="">
              <dgm:adjLst>
                <dgm:adj idx="1" val="270"/>
                <dgm:adj idx="2" val="90"/>
              </dgm:adjLst>
            </dgm:shape>
          </dgm:else>
        </dgm:choose>
        <dgm:presOf/>
        <dgm:constrLst/>
        <dgm:ruleLst/>
      </dgm:layoutNode>
      <dgm:layoutNode name="rect6" styleLbl="alignAcc1">
        <dgm:alg type="sp"/>
        <dgm:shape xmlns:r="http://schemas.openxmlformats.org/officeDocument/2006/relationships" type="rect" r:blip="">
          <dgm:adjLst/>
        </dgm:shape>
        <dgm:presOf axis="self"/>
        <dgm:constrLst/>
        <dgm:ruleLst/>
      </dgm:layoutNode>
    </dgm:forEach>
    <dgm:forEach name="Name46" axis="ch" ptType="node" st="7" cnt="1">
      <dgm:layoutNode name="vertSpace7">
        <dgm:alg type="sp"/>
        <dgm:shape xmlns:r="http://schemas.openxmlformats.org/officeDocument/2006/relationships" type="rect" r:blip="" hideGeom="1">
          <dgm:adjLst/>
        </dgm:shape>
        <dgm:presOf/>
        <dgm:constrLst/>
        <dgm:ruleLst/>
      </dgm:layoutNode>
      <dgm:layoutNode name="circle7" styleLbl="node1">
        <dgm:alg type="sp"/>
        <dgm:choose name="Name47">
          <dgm:if name="Name48" func="var" arg="dir" op="equ" val="norm">
            <dgm:shape xmlns:r="http://schemas.openxmlformats.org/officeDocument/2006/relationships" type="pie" r:blip="">
              <dgm:adjLst>
                <dgm:adj idx="1" val="90"/>
                <dgm:adj idx="2" val="270"/>
              </dgm:adjLst>
            </dgm:shape>
          </dgm:if>
          <dgm:else name="Name49">
            <dgm:shape xmlns:r="http://schemas.openxmlformats.org/officeDocument/2006/relationships" type="pie" r:blip="">
              <dgm:adjLst>
                <dgm:adj idx="1" val="270"/>
                <dgm:adj idx="2" val="90"/>
              </dgm:adjLst>
            </dgm:shape>
          </dgm:else>
        </dgm:choose>
        <dgm:presOf/>
        <dgm:constrLst/>
        <dgm:ruleLst/>
      </dgm:layoutNode>
      <dgm:layoutNode name="rect7" styleLbl="alignAcc1">
        <dgm:alg type="sp"/>
        <dgm:shape xmlns:r="http://schemas.openxmlformats.org/officeDocument/2006/relationships" type="rect" r:blip="">
          <dgm:adjLst/>
        </dgm:shape>
        <dgm:presOf axis="self"/>
        <dgm:constrLst/>
        <dgm:ruleLst/>
      </dgm:layoutNode>
    </dgm:forEach>
    <dgm:forEach name="Name50" axis="ch" ptType="node" cnt="1">
      <dgm:choose name="Name51">
        <dgm:if name="Name52" axis="root des" ptType="all node" func="maxDepth" op="gte" val="2">
          <dgm:layoutNode name="rect1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1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3">
          <dgm:layoutNode name="rect1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4" axis="ch" ptType="node" st="2" cnt="1">
      <dgm:choose name="Name55">
        <dgm:if name="Name56" axis="root des" ptType="all node" func="maxDepth" op="gte" val="2">
          <dgm:layoutNode name="rect2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2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57">
          <dgm:layoutNode name="rect2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58" axis="ch" ptType="node" st="3" cnt="1">
      <dgm:choose name="Name59">
        <dgm:if name="Name60" axis="root des" ptType="all node" func="maxDepth" op="gte" val="2">
          <dgm:layoutNode name="rect3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3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1">
          <dgm:layoutNode name="rect3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2" axis="ch" ptType="node" st="4" cnt="1">
      <dgm:choose name="Name63">
        <dgm:if name="Name64" axis="root des" ptType="all node" func="maxDepth" op="gte" val="2">
          <dgm:layoutNode name="rect4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4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5">
          <dgm:layoutNode name="rect4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66" axis="ch" ptType="node" st="5" cnt="1">
      <dgm:choose name="Name67">
        <dgm:if name="Name68" axis="root des" ptType="all node" func="maxDepth" op="gte" val="2">
          <dgm:layoutNode name="rect5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5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69">
          <dgm:layoutNode name="rect5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0" axis="ch" ptType="node" st="6" cnt="1">
      <dgm:choose name="Name71">
        <dgm:if name="Name72" axis="root des" ptType="all node" func="maxDepth" op="gte" val="2">
          <dgm:layoutNode name="rect6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6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3">
          <dgm:layoutNode name="rect6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forEach name="Name74" axis="ch" ptType="node" st="7" cnt="1">
      <dgm:choose name="Name75">
        <dgm:if name="Name76" axis="root des" ptType="all node" func="maxDepth" op="gte" val="2">
          <dgm:layoutNode name="rect7ParTx"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rect7ChTx" styleLbl="alignAcc1">
            <dgm:varLst>
              <dgm:bulletEnabled val="1"/>
            </dgm:varLst>
            <dgm:alg type="tx">
              <dgm:param type="stBulletLvl" val="1"/>
              <dgm:param type="txAnchorVertCh" val="mid"/>
            </dgm:alg>
            <dgm:shape xmlns:r="http://schemas.openxmlformats.org/officeDocument/2006/relationships" type="rect" r:blip="" hideGeom="1">
              <dgm:adjLst/>
            </dgm:shape>
            <dgm:presOf axis="des" ptType="node"/>
            <dgm:constrLst>
              <dgm:constr type="lMarg" refType="secFontSz" fact="0.3"/>
              <dgm:constr type="rMarg" refType="secFontSz" fact="0.3"/>
              <dgm:constr type="tMarg" refType="secFontSz" fact="0.3"/>
              <dgm:constr type="bMarg" refType="secFontSz" fact="0.3"/>
            </dgm:constrLst>
            <dgm:ruleLst>
              <dgm:rule type="secFontSz" val="5" fact="NaN" max="NaN"/>
            </dgm:ruleLst>
          </dgm:layoutNode>
        </dgm:if>
        <dgm:else name="Name77">
          <dgm:layoutNode name="rect7ParTxNoCh" styleLbl="alignAcc1">
            <dgm:varLst>
              <dgm:chMax val="1"/>
              <dgm:bulletEnabled val="1"/>
            </dgm:varLst>
            <dgm:alg type="tx"/>
            <dgm:shape xmlns:r="http://schemas.openxmlformats.org/officeDocument/2006/relationships" type="rect" r:blip="" hideGeom="1">
              <dgm:adjLst/>
            </dgm:shape>
            <dgm:presOf axis="self"/>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F1FFA-4AC2-7162-9979-8E176F841A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F46C5B5-A9D6-BA95-7FD8-48B1BD76D7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06A18FB-2F4B-CD46-635B-0AB8B0AC271A}"/>
              </a:ext>
            </a:extLst>
          </p:cNvPr>
          <p:cNvSpPr>
            <a:spLocks noGrp="1"/>
          </p:cNvSpPr>
          <p:nvPr>
            <p:ph type="dt" sz="half" idx="10"/>
          </p:nvPr>
        </p:nvSpPr>
        <p:spPr/>
        <p:txBody>
          <a:bodyPr/>
          <a:lstStyle/>
          <a:p>
            <a:fld id="{1B57D285-19DE-4DAA-8AAC-DB006D3D322A}" type="datetimeFigureOut">
              <a:rPr lang="en-US" smtClean="0"/>
              <a:t>10/15/2024</a:t>
            </a:fld>
            <a:endParaRPr lang="en-US"/>
          </a:p>
        </p:txBody>
      </p:sp>
      <p:sp>
        <p:nvSpPr>
          <p:cNvPr id="5" name="Footer Placeholder 4">
            <a:extLst>
              <a:ext uri="{FF2B5EF4-FFF2-40B4-BE49-F238E27FC236}">
                <a16:creationId xmlns:a16="http://schemas.microsoft.com/office/drawing/2014/main" id="{BD6416EC-C74C-9234-0444-9D2877F35AB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1647AD-3815-8F18-9FCD-C8426499F136}"/>
              </a:ext>
            </a:extLst>
          </p:cNvPr>
          <p:cNvSpPr>
            <a:spLocks noGrp="1"/>
          </p:cNvSpPr>
          <p:nvPr>
            <p:ph type="sldNum" sz="quarter" idx="12"/>
          </p:nvPr>
        </p:nvSpPr>
        <p:spPr/>
        <p:txBody>
          <a:bodyPr/>
          <a:lstStyle/>
          <a:p>
            <a:fld id="{02CFF933-9D85-4489-B438-5C2D2F6C5069}" type="slidenum">
              <a:rPr lang="en-US" smtClean="0"/>
              <a:t>‹#›</a:t>
            </a:fld>
            <a:endParaRPr lang="en-US"/>
          </a:p>
        </p:txBody>
      </p:sp>
    </p:spTree>
    <p:extLst>
      <p:ext uri="{BB962C8B-B14F-4D97-AF65-F5344CB8AC3E}">
        <p14:creationId xmlns:p14="http://schemas.microsoft.com/office/powerpoint/2010/main" val="6192139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CD8FEB-EE25-7D75-F7BB-348A51CF60C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6FE6250-6499-AB93-5169-4D320F1DCE7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3A3037-E888-5A04-D2E3-36732003F5C9}"/>
              </a:ext>
            </a:extLst>
          </p:cNvPr>
          <p:cNvSpPr>
            <a:spLocks noGrp="1"/>
          </p:cNvSpPr>
          <p:nvPr>
            <p:ph type="dt" sz="half" idx="10"/>
          </p:nvPr>
        </p:nvSpPr>
        <p:spPr/>
        <p:txBody>
          <a:bodyPr/>
          <a:lstStyle/>
          <a:p>
            <a:fld id="{1B57D285-19DE-4DAA-8AAC-DB006D3D322A}" type="datetimeFigureOut">
              <a:rPr lang="en-US" smtClean="0"/>
              <a:t>10/15/2024</a:t>
            </a:fld>
            <a:endParaRPr lang="en-US"/>
          </a:p>
        </p:txBody>
      </p:sp>
      <p:sp>
        <p:nvSpPr>
          <p:cNvPr id="5" name="Footer Placeholder 4">
            <a:extLst>
              <a:ext uri="{FF2B5EF4-FFF2-40B4-BE49-F238E27FC236}">
                <a16:creationId xmlns:a16="http://schemas.microsoft.com/office/drawing/2014/main" id="{F96015D8-7AEE-AAF6-3F60-E41824B8D93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563269-4539-CD23-24C3-FBD8FC2C7437}"/>
              </a:ext>
            </a:extLst>
          </p:cNvPr>
          <p:cNvSpPr>
            <a:spLocks noGrp="1"/>
          </p:cNvSpPr>
          <p:nvPr>
            <p:ph type="sldNum" sz="quarter" idx="12"/>
          </p:nvPr>
        </p:nvSpPr>
        <p:spPr/>
        <p:txBody>
          <a:bodyPr/>
          <a:lstStyle/>
          <a:p>
            <a:fld id="{02CFF933-9D85-4489-B438-5C2D2F6C5069}" type="slidenum">
              <a:rPr lang="en-US" smtClean="0"/>
              <a:t>‹#›</a:t>
            </a:fld>
            <a:endParaRPr lang="en-US"/>
          </a:p>
        </p:txBody>
      </p:sp>
    </p:spTree>
    <p:extLst>
      <p:ext uri="{BB962C8B-B14F-4D97-AF65-F5344CB8AC3E}">
        <p14:creationId xmlns:p14="http://schemas.microsoft.com/office/powerpoint/2010/main" val="11390040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197D6-5987-8187-E17A-2D1F478C11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1713BC-92A5-25A7-3A1F-FE6280D92BA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1D908B-F733-29C2-44DF-C004FDDAF7F1}"/>
              </a:ext>
            </a:extLst>
          </p:cNvPr>
          <p:cNvSpPr>
            <a:spLocks noGrp="1"/>
          </p:cNvSpPr>
          <p:nvPr>
            <p:ph type="dt" sz="half" idx="10"/>
          </p:nvPr>
        </p:nvSpPr>
        <p:spPr/>
        <p:txBody>
          <a:bodyPr/>
          <a:lstStyle/>
          <a:p>
            <a:fld id="{1B57D285-19DE-4DAA-8AAC-DB006D3D322A}" type="datetimeFigureOut">
              <a:rPr lang="en-US" smtClean="0"/>
              <a:t>10/15/2024</a:t>
            </a:fld>
            <a:endParaRPr lang="en-US"/>
          </a:p>
        </p:txBody>
      </p:sp>
      <p:sp>
        <p:nvSpPr>
          <p:cNvPr id="5" name="Footer Placeholder 4">
            <a:extLst>
              <a:ext uri="{FF2B5EF4-FFF2-40B4-BE49-F238E27FC236}">
                <a16:creationId xmlns:a16="http://schemas.microsoft.com/office/drawing/2014/main" id="{FFEDE6D7-DE56-7228-FD8A-F3A35EE28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876179-3193-439D-31BB-EDFA15F05AB2}"/>
              </a:ext>
            </a:extLst>
          </p:cNvPr>
          <p:cNvSpPr>
            <a:spLocks noGrp="1"/>
          </p:cNvSpPr>
          <p:nvPr>
            <p:ph type="sldNum" sz="quarter" idx="12"/>
          </p:nvPr>
        </p:nvSpPr>
        <p:spPr/>
        <p:txBody>
          <a:bodyPr/>
          <a:lstStyle/>
          <a:p>
            <a:fld id="{02CFF933-9D85-4489-B438-5C2D2F6C5069}" type="slidenum">
              <a:rPr lang="en-US" smtClean="0"/>
              <a:t>‹#›</a:t>
            </a:fld>
            <a:endParaRPr lang="en-US"/>
          </a:p>
        </p:txBody>
      </p:sp>
    </p:spTree>
    <p:extLst>
      <p:ext uri="{BB962C8B-B14F-4D97-AF65-F5344CB8AC3E}">
        <p14:creationId xmlns:p14="http://schemas.microsoft.com/office/powerpoint/2010/main" val="11845416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C5B22-47A7-3F01-76E5-0A00E85AA19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4F2BB4E-8AC7-D26A-915B-0B53A4735E0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B0DEAA6-BBBD-9BDD-D71A-68FF2F314BF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0022F4A-CCB4-D937-A298-5D82D68FDCE1}"/>
              </a:ext>
            </a:extLst>
          </p:cNvPr>
          <p:cNvSpPr>
            <a:spLocks noGrp="1"/>
          </p:cNvSpPr>
          <p:nvPr>
            <p:ph type="dt" sz="half" idx="10"/>
          </p:nvPr>
        </p:nvSpPr>
        <p:spPr/>
        <p:txBody>
          <a:bodyPr/>
          <a:lstStyle/>
          <a:p>
            <a:fld id="{1B57D285-19DE-4DAA-8AAC-DB006D3D322A}" type="datetimeFigureOut">
              <a:rPr lang="en-US" smtClean="0"/>
              <a:t>10/15/2024</a:t>
            </a:fld>
            <a:endParaRPr lang="en-US"/>
          </a:p>
        </p:txBody>
      </p:sp>
      <p:sp>
        <p:nvSpPr>
          <p:cNvPr id="6" name="Footer Placeholder 5">
            <a:extLst>
              <a:ext uri="{FF2B5EF4-FFF2-40B4-BE49-F238E27FC236}">
                <a16:creationId xmlns:a16="http://schemas.microsoft.com/office/drawing/2014/main" id="{7AD979DB-C1F2-947C-C159-9F11FCFA43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51BF97-A859-646A-E005-85F14B56EDFA}"/>
              </a:ext>
            </a:extLst>
          </p:cNvPr>
          <p:cNvSpPr>
            <a:spLocks noGrp="1"/>
          </p:cNvSpPr>
          <p:nvPr>
            <p:ph type="sldNum" sz="quarter" idx="12"/>
          </p:nvPr>
        </p:nvSpPr>
        <p:spPr/>
        <p:txBody>
          <a:bodyPr/>
          <a:lstStyle/>
          <a:p>
            <a:fld id="{02CFF933-9D85-4489-B438-5C2D2F6C5069}" type="slidenum">
              <a:rPr lang="en-US" smtClean="0"/>
              <a:t>‹#›</a:t>
            </a:fld>
            <a:endParaRPr lang="en-US"/>
          </a:p>
        </p:txBody>
      </p:sp>
    </p:spTree>
    <p:extLst>
      <p:ext uri="{BB962C8B-B14F-4D97-AF65-F5344CB8AC3E}">
        <p14:creationId xmlns:p14="http://schemas.microsoft.com/office/powerpoint/2010/main" val="8736620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C6FC-7A23-B0D3-A76B-C5DB9050EEE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A1B87FF-0B01-6C5D-4B8A-A3622BEC71A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6F4D52A-37F8-084B-D1CA-B715AF93D1C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F7C0A6-13F0-B9E3-A2DC-FCA2AFE7EC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9FBC4B0-B7BF-D7AD-0F70-6613EC61AD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335F3CC-4FEA-1AE7-6071-1E7F025D6ECE}"/>
              </a:ext>
            </a:extLst>
          </p:cNvPr>
          <p:cNvSpPr>
            <a:spLocks noGrp="1"/>
          </p:cNvSpPr>
          <p:nvPr>
            <p:ph type="dt" sz="half" idx="10"/>
          </p:nvPr>
        </p:nvSpPr>
        <p:spPr/>
        <p:txBody>
          <a:bodyPr/>
          <a:lstStyle/>
          <a:p>
            <a:fld id="{1B57D285-19DE-4DAA-8AAC-DB006D3D322A}" type="datetimeFigureOut">
              <a:rPr lang="en-US" smtClean="0"/>
              <a:t>10/15/2024</a:t>
            </a:fld>
            <a:endParaRPr lang="en-US"/>
          </a:p>
        </p:txBody>
      </p:sp>
      <p:sp>
        <p:nvSpPr>
          <p:cNvPr id="8" name="Footer Placeholder 7">
            <a:extLst>
              <a:ext uri="{FF2B5EF4-FFF2-40B4-BE49-F238E27FC236}">
                <a16:creationId xmlns:a16="http://schemas.microsoft.com/office/drawing/2014/main" id="{E1A77ACE-707F-E1D3-CDA6-CD64E8D9917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8C7E866-CA67-AAC4-B82F-75C46BA3EB87}"/>
              </a:ext>
            </a:extLst>
          </p:cNvPr>
          <p:cNvSpPr>
            <a:spLocks noGrp="1"/>
          </p:cNvSpPr>
          <p:nvPr>
            <p:ph type="sldNum" sz="quarter" idx="12"/>
          </p:nvPr>
        </p:nvSpPr>
        <p:spPr/>
        <p:txBody>
          <a:bodyPr/>
          <a:lstStyle/>
          <a:p>
            <a:fld id="{02CFF933-9D85-4489-B438-5C2D2F6C5069}" type="slidenum">
              <a:rPr lang="en-US" smtClean="0"/>
              <a:t>‹#›</a:t>
            </a:fld>
            <a:endParaRPr lang="en-US"/>
          </a:p>
        </p:txBody>
      </p:sp>
    </p:spTree>
    <p:extLst>
      <p:ext uri="{BB962C8B-B14F-4D97-AF65-F5344CB8AC3E}">
        <p14:creationId xmlns:p14="http://schemas.microsoft.com/office/powerpoint/2010/main" val="17580818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35D9E0-F84F-9130-5976-FCEA726F50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6B44D25-9961-3237-3739-7608F63BCB34}"/>
              </a:ext>
            </a:extLst>
          </p:cNvPr>
          <p:cNvSpPr>
            <a:spLocks noGrp="1"/>
          </p:cNvSpPr>
          <p:nvPr>
            <p:ph type="dt" sz="half" idx="10"/>
          </p:nvPr>
        </p:nvSpPr>
        <p:spPr/>
        <p:txBody>
          <a:bodyPr/>
          <a:lstStyle/>
          <a:p>
            <a:fld id="{1B57D285-19DE-4DAA-8AAC-DB006D3D322A}" type="datetimeFigureOut">
              <a:rPr lang="en-US" smtClean="0"/>
              <a:t>10/15/2024</a:t>
            </a:fld>
            <a:endParaRPr lang="en-US"/>
          </a:p>
        </p:txBody>
      </p:sp>
      <p:sp>
        <p:nvSpPr>
          <p:cNvPr id="4" name="Footer Placeholder 3">
            <a:extLst>
              <a:ext uri="{FF2B5EF4-FFF2-40B4-BE49-F238E27FC236}">
                <a16:creationId xmlns:a16="http://schemas.microsoft.com/office/drawing/2014/main" id="{8FD87EC0-33CD-FB9E-2605-B11F119A5E8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B3F4A2A-9706-C4D9-4671-175C367ABA19}"/>
              </a:ext>
            </a:extLst>
          </p:cNvPr>
          <p:cNvSpPr>
            <a:spLocks noGrp="1"/>
          </p:cNvSpPr>
          <p:nvPr>
            <p:ph type="sldNum" sz="quarter" idx="12"/>
          </p:nvPr>
        </p:nvSpPr>
        <p:spPr/>
        <p:txBody>
          <a:bodyPr/>
          <a:lstStyle/>
          <a:p>
            <a:fld id="{02CFF933-9D85-4489-B438-5C2D2F6C5069}" type="slidenum">
              <a:rPr lang="en-US" smtClean="0"/>
              <a:t>‹#›</a:t>
            </a:fld>
            <a:endParaRPr lang="en-US"/>
          </a:p>
        </p:txBody>
      </p:sp>
    </p:spTree>
    <p:extLst>
      <p:ext uri="{BB962C8B-B14F-4D97-AF65-F5344CB8AC3E}">
        <p14:creationId xmlns:p14="http://schemas.microsoft.com/office/powerpoint/2010/main" val="17596772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198F39-FE0F-377B-BF00-5DD8E51A7C8B}"/>
              </a:ext>
            </a:extLst>
          </p:cNvPr>
          <p:cNvSpPr>
            <a:spLocks noGrp="1"/>
          </p:cNvSpPr>
          <p:nvPr>
            <p:ph type="dt" sz="half" idx="10"/>
          </p:nvPr>
        </p:nvSpPr>
        <p:spPr/>
        <p:txBody>
          <a:bodyPr/>
          <a:lstStyle/>
          <a:p>
            <a:fld id="{1B57D285-19DE-4DAA-8AAC-DB006D3D322A}" type="datetimeFigureOut">
              <a:rPr lang="en-US" smtClean="0"/>
              <a:t>10/15/2024</a:t>
            </a:fld>
            <a:endParaRPr lang="en-US"/>
          </a:p>
        </p:txBody>
      </p:sp>
      <p:sp>
        <p:nvSpPr>
          <p:cNvPr id="3" name="Footer Placeholder 2">
            <a:extLst>
              <a:ext uri="{FF2B5EF4-FFF2-40B4-BE49-F238E27FC236}">
                <a16:creationId xmlns:a16="http://schemas.microsoft.com/office/drawing/2014/main" id="{0910CB7F-0924-BA91-9F67-1D07B92D7F3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DA7075-65F6-371B-3E29-6433297924BE}"/>
              </a:ext>
            </a:extLst>
          </p:cNvPr>
          <p:cNvSpPr>
            <a:spLocks noGrp="1"/>
          </p:cNvSpPr>
          <p:nvPr>
            <p:ph type="sldNum" sz="quarter" idx="12"/>
          </p:nvPr>
        </p:nvSpPr>
        <p:spPr/>
        <p:txBody>
          <a:bodyPr/>
          <a:lstStyle/>
          <a:p>
            <a:fld id="{02CFF933-9D85-4489-B438-5C2D2F6C5069}" type="slidenum">
              <a:rPr lang="en-US" smtClean="0"/>
              <a:t>‹#›</a:t>
            </a:fld>
            <a:endParaRPr lang="en-US"/>
          </a:p>
        </p:txBody>
      </p:sp>
    </p:spTree>
    <p:extLst>
      <p:ext uri="{BB962C8B-B14F-4D97-AF65-F5344CB8AC3E}">
        <p14:creationId xmlns:p14="http://schemas.microsoft.com/office/powerpoint/2010/main" val="730830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7B5070-A4A1-95AB-2904-9D722A018CA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4E2DA55-4D95-A65B-8835-72CD3E2818F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D7EC52D-91D7-F985-D735-6EDE07D128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CBFBEC-9E60-E9D6-2645-B1E4B2928687}"/>
              </a:ext>
            </a:extLst>
          </p:cNvPr>
          <p:cNvSpPr>
            <a:spLocks noGrp="1"/>
          </p:cNvSpPr>
          <p:nvPr>
            <p:ph type="dt" sz="half" idx="10"/>
          </p:nvPr>
        </p:nvSpPr>
        <p:spPr/>
        <p:txBody>
          <a:bodyPr/>
          <a:lstStyle/>
          <a:p>
            <a:fld id="{1B57D285-19DE-4DAA-8AAC-DB006D3D322A}" type="datetimeFigureOut">
              <a:rPr lang="en-US" smtClean="0"/>
              <a:t>10/15/2024</a:t>
            </a:fld>
            <a:endParaRPr lang="en-US"/>
          </a:p>
        </p:txBody>
      </p:sp>
      <p:sp>
        <p:nvSpPr>
          <p:cNvPr id="6" name="Footer Placeholder 5">
            <a:extLst>
              <a:ext uri="{FF2B5EF4-FFF2-40B4-BE49-F238E27FC236}">
                <a16:creationId xmlns:a16="http://schemas.microsoft.com/office/drawing/2014/main" id="{E6ABE690-8212-7787-DE42-45AF51143E5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7E7B85F-AE97-2DC4-CE31-A1960BC7D78F}"/>
              </a:ext>
            </a:extLst>
          </p:cNvPr>
          <p:cNvSpPr>
            <a:spLocks noGrp="1"/>
          </p:cNvSpPr>
          <p:nvPr>
            <p:ph type="sldNum" sz="quarter" idx="12"/>
          </p:nvPr>
        </p:nvSpPr>
        <p:spPr/>
        <p:txBody>
          <a:bodyPr/>
          <a:lstStyle/>
          <a:p>
            <a:fld id="{02CFF933-9D85-4489-B438-5C2D2F6C5069}" type="slidenum">
              <a:rPr lang="en-US" smtClean="0"/>
              <a:t>‹#›</a:t>
            </a:fld>
            <a:endParaRPr lang="en-US"/>
          </a:p>
        </p:txBody>
      </p:sp>
    </p:spTree>
    <p:extLst>
      <p:ext uri="{BB962C8B-B14F-4D97-AF65-F5344CB8AC3E}">
        <p14:creationId xmlns:p14="http://schemas.microsoft.com/office/powerpoint/2010/main" val="5503505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A7AD8-79E2-8307-465E-5F071B70FC3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6A125D7-80E2-F041-A567-B079C6C1F20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4433AF-2C81-ADF8-FECB-D5A2E67823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817ABCE-4257-F05C-96CF-D196975AEA42}"/>
              </a:ext>
            </a:extLst>
          </p:cNvPr>
          <p:cNvSpPr>
            <a:spLocks noGrp="1"/>
          </p:cNvSpPr>
          <p:nvPr>
            <p:ph type="dt" sz="half" idx="10"/>
          </p:nvPr>
        </p:nvSpPr>
        <p:spPr/>
        <p:txBody>
          <a:bodyPr/>
          <a:lstStyle/>
          <a:p>
            <a:fld id="{1B57D285-19DE-4DAA-8AAC-DB006D3D322A}" type="datetimeFigureOut">
              <a:rPr lang="en-US" smtClean="0"/>
              <a:t>10/15/2024</a:t>
            </a:fld>
            <a:endParaRPr lang="en-US"/>
          </a:p>
        </p:txBody>
      </p:sp>
      <p:sp>
        <p:nvSpPr>
          <p:cNvPr id="6" name="Footer Placeholder 5">
            <a:extLst>
              <a:ext uri="{FF2B5EF4-FFF2-40B4-BE49-F238E27FC236}">
                <a16:creationId xmlns:a16="http://schemas.microsoft.com/office/drawing/2014/main" id="{51228C43-B470-636A-D4DA-9F0DE3FAEA9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1A055F5-3A41-B755-A9B6-696F1A21F714}"/>
              </a:ext>
            </a:extLst>
          </p:cNvPr>
          <p:cNvSpPr>
            <a:spLocks noGrp="1"/>
          </p:cNvSpPr>
          <p:nvPr>
            <p:ph type="sldNum" sz="quarter" idx="12"/>
          </p:nvPr>
        </p:nvSpPr>
        <p:spPr/>
        <p:txBody>
          <a:bodyPr/>
          <a:lstStyle/>
          <a:p>
            <a:fld id="{02CFF933-9D85-4489-B438-5C2D2F6C5069}" type="slidenum">
              <a:rPr lang="en-US" smtClean="0"/>
              <a:t>‹#›</a:t>
            </a:fld>
            <a:endParaRPr lang="en-US"/>
          </a:p>
        </p:txBody>
      </p:sp>
    </p:spTree>
    <p:extLst>
      <p:ext uri="{BB962C8B-B14F-4D97-AF65-F5344CB8AC3E}">
        <p14:creationId xmlns:p14="http://schemas.microsoft.com/office/powerpoint/2010/main" val="5949345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3F6E8-5C0D-B90A-BA23-6C025DAB35E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935C3AC4-A186-13D6-1CCD-B5352CD515D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4A801B4-A01C-1BF6-40FD-04B0885DDD99}"/>
              </a:ext>
            </a:extLst>
          </p:cNvPr>
          <p:cNvSpPr>
            <a:spLocks noGrp="1"/>
          </p:cNvSpPr>
          <p:nvPr>
            <p:ph type="dt" sz="half" idx="10"/>
          </p:nvPr>
        </p:nvSpPr>
        <p:spPr/>
        <p:txBody>
          <a:bodyPr/>
          <a:lstStyle/>
          <a:p>
            <a:fld id="{1B57D285-19DE-4DAA-8AAC-DB006D3D322A}" type="datetimeFigureOut">
              <a:rPr lang="en-US" smtClean="0"/>
              <a:t>10/15/2024</a:t>
            </a:fld>
            <a:endParaRPr lang="en-US"/>
          </a:p>
        </p:txBody>
      </p:sp>
      <p:sp>
        <p:nvSpPr>
          <p:cNvPr id="5" name="Footer Placeholder 4">
            <a:extLst>
              <a:ext uri="{FF2B5EF4-FFF2-40B4-BE49-F238E27FC236}">
                <a16:creationId xmlns:a16="http://schemas.microsoft.com/office/drawing/2014/main" id="{8AE11836-70F4-BF79-6F49-90476B34958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6A3279A-A78B-4CFB-3B1A-FC31F16A074F}"/>
              </a:ext>
            </a:extLst>
          </p:cNvPr>
          <p:cNvSpPr>
            <a:spLocks noGrp="1"/>
          </p:cNvSpPr>
          <p:nvPr>
            <p:ph type="sldNum" sz="quarter" idx="12"/>
          </p:nvPr>
        </p:nvSpPr>
        <p:spPr/>
        <p:txBody>
          <a:bodyPr/>
          <a:lstStyle/>
          <a:p>
            <a:fld id="{02CFF933-9D85-4489-B438-5C2D2F6C5069}" type="slidenum">
              <a:rPr lang="en-US" smtClean="0"/>
              <a:t>‹#›</a:t>
            </a:fld>
            <a:endParaRPr lang="en-US"/>
          </a:p>
        </p:txBody>
      </p:sp>
    </p:spTree>
    <p:extLst>
      <p:ext uri="{BB962C8B-B14F-4D97-AF65-F5344CB8AC3E}">
        <p14:creationId xmlns:p14="http://schemas.microsoft.com/office/powerpoint/2010/main" val="338116420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6C1AEF3-5482-9F26-523E-531B83FF88FC}"/>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5AEE1F5-578F-5400-210B-3858975952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6550E95-093D-0987-BAFE-F23DEF965AE7}"/>
              </a:ext>
            </a:extLst>
          </p:cNvPr>
          <p:cNvSpPr>
            <a:spLocks noGrp="1"/>
          </p:cNvSpPr>
          <p:nvPr>
            <p:ph type="dt" sz="half" idx="10"/>
          </p:nvPr>
        </p:nvSpPr>
        <p:spPr/>
        <p:txBody>
          <a:bodyPr/>
          <a:lstStyle/>
          <a:p>
            <a:fld id="{1B57D285-19DE-4DAA-8AAC-DB006D3D322A}" type="datetimeFigureOut">
              <a:rPr lang="en-US" smtClean="0"/>
              <a:t>10/15/2024</a:t>
            </a:fld>
            <a:endParaRPr lang="en-US"/>
          </a:p>
        </p:txBody>
      </p:sp>
      <p:sp>
        <p:nvSpPr>
          <p:cNvPr id="5" name="Footer Placeholder 4">
            <a:extLst>
              <a:ext uri="{FF2B5EF4-FFF2-40B4-BE49-F238E27FC236}">
                <a16:creationId xmlns:a16="http://schemas.microsoft.com/office/drawing/2014/main" id="{EA713499-2B67-9D89-D433-2E918BD9464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EDD30E-7B7E-1B1C-15A5-DAB6FB8F3F0C}"/>
              </a:ext>
            </a:extLst>
          </p:cNvPr>
          <p:cNvSpPr>
            <a:spLocks noGrp="1"/>
          </p:cNvSpPr>
          <p:nvPr>
            <p:ph type="sldNum" sz="quarter" idx="12"/>
          </p:nvPr>
        </p:nvSpPr>
        <p:spPr/>
        <p:txBody>
          <a:bodyPr/>
          <a:lstStyle/>
          <a:p>
            <a:fld id="{02CFF933-9D85-4489-B438-5C2D2F6C5069}" type="slidenum">
              <a:rPr lang="en-US" smtClean="0"/>
              <a:t>‹#›</a:t>
            </a:fld>
            <a:endParaRPr lang="en-US"/>
          </a:p>
        </p:txBody>
      </p:sp>
    </p:spTree>
    <p:extLst>
      <p:ext uri="{BB962C8B-B14F-4D97-AF65-F5344CB8AC3E}">
        <p14:creationId xmlns:p14="http://schemas.microsoft.com/office/powerpoint/2010/main" val="467698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5244C-3F55-840A-BF8B-8A22814B32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6AE80F-4564-1797-705C-48B2CDD8FEE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D96BE0-9A37-ECBD-EEA3-EE1918A5B92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B57D285-19DE-4DAA-8AAC-DB006D3D322A}" type="datetimeFigureOut">
              <a:rPr lang="en-US" smtClean="0"/>
              <a:t>10/15/2024</a:t>
            </a:fld>
            <a:endParaRPr lang="en-US"/>
          </a:p>
        </p:txBody>
      </p:sp>
      <p:sp>
        <p:nvSpPr>
          <p:cNvPr id="5" name="Footer Placeholder 4">
            <a:extLst>
              <a:ext uri="{FF2B5EF4-FFF2-40B4-BE49-F238E27FC236}">
                <a16:creationId xmlns:a16="http://schemas.microsoft.com/office/drawing/2014/main" id="{47647408-0602-C02C-B67C-580E02DF85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AB9BFA1-307B-12AB-71B2-19CE08645B9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CFF933-9D85-4489-B438-5C2D2F6C5069}" type="slidenum">
              <a:rPr lang="en-US" smtClean="0"/>
              <a:t>‹#›</a:t>
            </a:fld>
            <a:endParaRPr lang="en-US"/>
          </a:p>
        </p:txBody>
      </p:sp>
    </p:spTree>
    <p:extLst>
      <p:ext uri="{BB962C8B-B14F-4D97-AF65-F5344CB8AC3E}">
        <p14:creationId xmlns:p14="http://schemas.microsoft.com/office/powerpoint/2010/main" val="426013819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4D587D4-E91E-82AE-F97C-EA4F81999FE5}"/>
              </a:ext>
            </a:extLst>
          </p:cNvPr>
          <p:cNvSpPr>
            <a:spLocks noGrp="1"/>
          </p:cNvSpPr>
          <p:nvPr>
            <p:ph type="title"/>
          </p:nvPr>
        </p:nvSpPr>
        <p:spPr>
          <a:xfrm>
            <a:off x="839788" y="457199"/>
            <a:ext cx="3932237" cy="3672349"/>
          </a:xfrm>
        </p:spPr>
        <p:txBody>
          <a:bodyPr>
            <a:noAutofit/>
          </a:bodyPr>
          <a:lstStyle/>
          <a:p>
            <a:r>
              <a:rPr lang="en-US" sz="4800" b="1" dirty="0">
                <a:solidFill>
                  <a:schemeClr val="bg2">
                    <a:lumMod val="10000"/>
                  </a:schemeClr>
                </a:solidFill>
              </a:rPr>
              <a:t>EMPLOYEE ATTRITION ANALYSIS</a:t>
            </a:r>
          </a:p>
        </p:txBody>
      </p:sp>
      <p:pic>
        <p:nvPicPr>
          <p:cNvPr id="8" name="Content Placeholder 7">
            <a:extLst>
              <a:ext uri="{FF2B5EF4-FFF2-40B4-BE49-F238E27FC236}">
                <a16:creationId xmlns:a16="http://schemas.microsoft.com/office/drawing/2014/main" id="{EF7884D8-9C07-F54F-91BE-CE38FAE402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781369" y="1008960"/>
            <a:ext cx="5294670" cy="4822722"/>
          </a:xfrm>
        </p:spPr>
      </p:pic>
      <p:sp>
        <p:nvSpPr>
          <p:cNvPr id="6" name="Text Placeholder 5">
            <a:extLst>
              <a:ext uri="{FF2B5EF4-FFF2-40B4-BE49-F238E27FC236}">
                <a16:creationId xmlns:a16="http://schemas.microsoft.com/office/drawing/2014/main" id="{2D178CCE-66E3-A570-A029-03BB73BBC57F}"/>
              </a:ext>
            </a:extLst>
          </p:cNvPr>
          <p:cNvSpPr>
            <a:spLocks noGrp="1"/>
          </p:cNvSpPr>
          <p:nvPr>
            <p:ph type="body" sz="half" idx="2"/>
          </p:nvPr>
        </p:nvSpPr>
        <p:spPr>
          <a:xfrm>
            <a:off x="2163763" y="5029199"/>
            <a:ext cx="3932237" cy="1371601"/>
          </a:xfrm>
        </p:spPr>
        <p:txBody>
          <a:bodyPr>
            <a:normAutofit/>
          </a:bodyPr>
          <a:lstStyle/>
          <a:p>
            <a:r>
              <a:rPr lang="en-US" sz="3200" dirty="0"/>
              <a:t>BY </a:t>
            </a:r>
          </a:p>
          <a:p>
            <a:r>
              <a:rPr lang="en-US" sz="3200" dirty="0"/>
              <a:t>S.PRANOV</a:t>
            </a:r>
          </a:p>
        </p:txBody>
      </p:sp>
    </p:spTree>
    <p:extLst>
      <p:ext uri="{BB962C8B-B14F-4D97-AF65-F5344CB8AC3E}">
        <p14:creationId xmlns:p14="http://schemas.microsoft.com/office/powerpoint/2010/main" val="17564131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Diagram 6">
            <a:extLst>
              <a:ext uri="{FF2B5EF4-FFF2-40B4-BE49-F238E27FC236}">
                <a16:creationId xmlns:a16="http://schemas.microsoft.com/office/drawing/2014/main" id="{A1B40AA2-BA24-07A5-5639-2C570E65280A}"/>
              </a:ext>
            </a:extLst>
          </p:cNvPr>
          <p:cNvGraphicFramePr/>
          <p:nvPr/>
        </p:nvGraphicFramePr>
        <p:xfrm>
          <a:off x="1524000" y="335272"/>
          <a:ext cx="9144000" cy="99208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6" name="Subtitle 5">
            <a:extLst>
              <a:ext uri="{FF2B5EF4-FFF2-40B4-BE49-F238E27FC236}">
                <a16:creationId xmlns:a16="http://schemas.microsoft.com/office/drawing/2014/main" id="{9E0A5563-B927-9ACA-4E60-E6F07C907470}"/>
              </a:ext>
            </a:extLst>
          </p:cNvPr>
          <p:cNvSpPr>
            <a:spLocks noGrp="1"/>
          </p:cNvSpPr>
          <p:nvPr>
            <p:ph type="subTitle" idx="1"/>
          </p:nvPr>
        </p:nvSpPr>
        <p:spPr>
          <a:xfrm>
            <a:off x="1524000" y="1976284"/>
            <a:ext cx="9144000" cy="3281516"/>
          </a:xfrm>
        </p:spPr>
        <p:txBody>
          <a:bodyPr>
            <a:noAutofit/>
          </a:bodyPr>
          <a:lstStyle/>
          <a:p>
            <a:pPr algn="l">
              <a:lnSpc>
                <a:spcPct val="100000"/>
              </a:lnSpc>
            </a:pPr>
            <a:r>
              <a:rPr lang="en-US" sz="2800" dirty="0"/>
              <a:t>XYZ company which was established a few years back is facing around a 15% attrition rate for a couple of years. And it's majorly affecting the company in many aspects. In order to understand why employees are leaving the company and reduce the attrition rate XYZ company has approached an HR analytics consultancy for analyzing the data they have. You are playing the HR analyst role in this project and building a dashboard which can help the organization in making data-driven decisions. </a:t>
            </a:r>
          </a:p>
        </p:txBody>
      </p:sp>
    </p:spTree>
    <p:extLst>
      <p:ext uri="{BB962C8B-B14F-4D97-AF65-F5344CB8AC3E}">
        <p14:creationId xmlns:p14="http://schemas.microsoft.com/office/powerpoint/2010/main" val="2670096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DF4CB-72CF-C1DF-A3C6-293FF7DB49E2}"/>
              </a:ext>
            </a:extLst>
          </p:cNvPr>
          <p:cNvSpPr>
            <a:spLocks noGrp="1"/>
          </p:cNvSpPr>
          <p:nvPr>
            <p:ph type="title"/>
          </p:nvPr>
        </p:nvSpPr>
        <p:spPr>
          <a:xfrm>
            <a:off x="3551903" y="158648"/>
            <a:ext cx="10515600" cy="1325563"/>
          </a:xfrm>
        </p:spPr>
        <p:txBody>
          <a:bodyPr>
            <a:normAutofit/>
          </a:bodyPr>
          <a:lstStyle/>
          <a:p>
            <a:r>
              <a:rPr lang="en-US" sz="5400" b="1" dirty="0">
                <a:solidFill>
                  <a:schemeClr val="accent4">
                    <a:lumMod val="75000"/>
                  </a:schemeClr>
                </a:solidFill>
              </a:rPr>
              <a:t>INTRODUCTION</a:t>
            </a:r>
          </a:p>
        </p:txBody>
      </p:sp>
      <p:sp>
        <p:nvSpPr>
          <p:cNvPr id="3" name="Content Placeholder 2">
            <a:extLst>
              <a:ext uri="{FF2B5EF4-FFF2-40B4-BE49-F238E27FC236}">
                <a16:creationId xmlns:a16="http://schemas.microsoft.com/office/drawing/2014/main" id="{403ACE42-DB7A-8DB2-E587-2F81770579A7}"/>
              </a:ext>
            </a:extLst>
          </p:cNvPr>
          <p:cNvSpPr>
            <a:spLocks noGrp="1"/>
          </p:cNvSpPr>
          <p:nvPr>
            <p:ph idx="1"/>
          </p:nvPr>
        </p:nvSpPr>
        <p:spPr>
          <a:xfrm>
            <a:off x="838200" y="1856105"/>
            <a:ext cx="10515600" cy="4351338"/>
          </a:xfrm>
        </p:spPr>
        <p:txBody>
          <a:bodyPr>
            <a:normAutofit lnSpcReduction="10000"/>
          </a:bodyPr>
          <a:lstStyle/>
          <a:p>
            <a:pPr marL="0" indent="0">
              <a:buNone/>
            </a:pPr>
            <a:endParaRPr lang="en-US" dirty="0"/>
          </a:p>
          <a:p>
            <a:pPr lvl="2"/>
            <a:r>
              <a:rPr lang="en-US" sz="2800" dirty="0"/>
              <a:t>XYZ Company is facing a persistent attrition rate of 15%, impacting productivity and team morale. To address this challenge, we are collaborating with an HR analytics consultancy to analyze employee data and uncover the root causes of turnover.</a:t>
            </a:r>
          </a:p>
          <a:p>
            <a:pPr lvl="1"/>
            <a:endParaRPr lang="en-US" dirty="0"/>
          </a:p>
          <a:p>
            <a:pPr lvl="1"/>
            <a:r>
              <a:rPr lang="en-US" sz="2800" dirty="0"/>
              <a:t>This project aims to develop an interactive dashboard that visualizes key metrics, such as demographics, tenure, and exit reasons. By leveraging these insights, XYZ Company can implement targeted retention strategies and foster a more engaged workforce, ultimately supporting long-term organizational success.</a:t>
            </a:r>
          </a:p>
        </p:txBody>
      </p:sp>
    </p:spTree>
    <p:extLst>
      <p:ext uri="{BB962C8B-B14F-4D97-AF65-F5344CB8AC3E}">
        <p14:creationId xmlns:p14="http://schemas.microsoft.com/office/powerpoint/2010/main" val="6851132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DDCC00-DB15-27A0-2B3A-9C3642164139}"/>
              </a:ext>
            </a:extLst>
          </p:cNvPr>
          <p:cNvSpPr>
            <a:spLocks noGrp="1"/>
          </p:cNvSpPr>
          <p:nvPr>
            <p:ph type="title"/>
          </p:nvPr>
        </p:nvSpPr>
        <p:spPr>
          <a:xfrm>
            <a:off x="3583858" y="365125"/>
            <a:ext cx="7769942" cy="1325563"/>
          </a:xfrm>
        </p:spPr>
        <p:txBody>
          <a:bodyPr>
            <a:normAutofit/>
          </a:bodyPr>
          <a:lstStyle/>
          <a:p>
            <a:r>
              <a:rPr lang="en-US" sz="4800" dirty="0"/>
              <a:t>MAIN KEY METRICS</a:t>
            </a:r>
          </a:p>
        </p:txBody>
      </p:sp>
      <p:sp>
        <p:nvSpPr>
          <p:cNvPr id="5" name="Content Placeholder 4">
            <a:extLst>
              <a:ext uri="{FF2B5EF4-FFF2-40B4-BE49-F238E27FC236}">
                <a16:creationId xmlns:a16="http://schemas.microsoft.com/office/drawing/2014/main" id="{55DC6513-017F-D7D6-2E9B-7D23FE109832}"/>
              </a:ext>
            </a:extLst>
          </p:cNvPr>
          <p:cNvSpPr>
            <a:spLocks noGrp="1"/>
          </p:cNvSpPr>
          <p:nvPr>
            <p:ph idx="1"/>
          </p:nvPr>
        </p:nvSpPr>
        <p:spPr>
          <a:xfrm>
            <a:off x="2211029" y="1905563"/>
            <a:ext cx="10515600" cy="4351338"/>
          </a:xfrm>
        </p:spPr>
        <p:txBody>
          <a:bodyPr>
            <a:normAutofit/>
          </a:bodyPr>
          <a:lstStyle/>
          <a:p>
            <a:pPr>
              <a:buFont typeface="Wingdings" panose="05000000000000000000" pitchFamily="2" charset="2"/>
              <a:buChar char="Ø"/>
            </a:pPr>
            <a:r>
              <a:rPr lang="en-US" sz="3600" dirty="0">
                <a:solidFill>
                  <a:schemeClr val="bg2">
                    <a:lumMod val="25000"/>
                  </a:schemeClr>
                </a:solidFill>
              </a:rPr>
              <a:t>ATTRITION BY AGE</a:t>
            </a:r>
          </a:p>
          <a:p>
            <a:pPr>
              <a:buFont typeface="Wingdings" panose="05000000000000000000" pitchFamily="2" charset="2"/>
              <a:buChar char="Ø"/>
            </a:pPr>
            <a:r>
              <a:rPr lang="en-US" sz="3600" dirty="0">
                <a:solidFill>
                  <a:schemeClr val="bg2">
                    <a:lumMod val="25000"/>
                  </a:schemeClr>
                </a:solidFill>
              </a:rPr>
              <a:t>ATTRITION BY EDUCATION FIELD</a:t>
            </a:r>
          </a:p>
          <a:p>
            <a:pPr>
              <a:buFont typeface="Wingdings" panose="05000000000000000000" pitchFamily="2" charset="2"/>
              <a:buChar char="Ø"/>
            </a:pPr>
            <a:r>
              <a:rPr lang="en-US" sz="3600" dirty="0">
                <a:solidFill>
                  <a:schemeClr val="bg2">
                    <a:lumMod val="25000"/>
                  </a:schemeClr>
                </a:solidFill>
              </a:rPr>
              <a:t>ATTRITION BY YEARS AT COMPANY</a:t>
            </a:r>
          </a:p>
          <a:p>
            <a:pPr>
              <a:buFont typeface="Wingdings" panose="05000000000000000000" pitchFamily="2" charset="2"/>
              <a:buChar char="Ø"/>
            </a:pPr>
            <a:r>
              <a:rPr lang="en-US" sz="3600" dirty="0">
                <a:solidFill>
                  <a:schemeClr val="bg2">
                    <a:lumMod val="25000"/>
                  </a:schemeClr>
                </a:solidFill>
              </a:rPr>
              <a:t>EMPLOYEE COUNT BY BUSINESS TRAVEL</a:t>
            </a:r>
          </a:p>
          <a:p>
            <a:pPr>
              <a:buFont typeface="Wingdings" panose="05000000000000000000" pitchFamily="2" charset="2"/>
              <a:buChar char="Ø"/>
            </a:pPr>
            <a:r>
              <a:rPr lang="en-US" sz="3600" dirty="0">
                <a:solidFill>
                  <a:schemeClr val="bg2">
                    <a:lumMod val="25000"/>
                  </a:schemeClr>
                </a:solidFill>
              </a:rPr>
              <a:t>MONTHLY INCOME BY JOBROLE</a:t>
            </a:r>
          </a:p>
          <a:p>
            <a:pPr>
              <a:buFont typeface="Wingdings" panose="05000000000000000000" pitchFamily="2" charset="2"/>
              <a:buChar char="Ø"/>
            </a:pPr>
            <a:r>
              <a:rPr lang="en-US" sz="3600" dirty="0">
                <a:solidFill>
                  <a:schemeClr val="bg2">
                    <a:lumMod val="25000"/>
                  </a:schemeClr>
                </a:solidFill>
              </a:rPr>
              <a:t>MONTHLY INCOME BY DEPARTMENTS</a:t>
            </a:r>
          </a:p>
        </p:txBody>
      </p:sp>
    </p:spTree>
    <p:extLst>
      <p:ext uri="{BB962C8B-B14F-4D97-AF65-F5344CB8AC3E}">
        <p14:creationId xmlns:p14="http://schemas.microsoft.com/office/powerpoint/2010/main" val="23981788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F80973A-D8FC-7972-BD78-4BC5852BE2AD}"/>
              </a:ext>
            </a:extLst>
          </p:cNvPr>
          <p:cNvSpPr>
            <a:spLocks noGrp="1"/>
          </p:cNvSpPr>
          <p:nvPr>
            <p:ph type="title"/>
          </p:nvPr>
        </p:nvSpPr>
        <p:spPr>
          <a:xfrm>
            <a:off x="2271252" y="0"/>
            <a:ext cx="9645444" cy="1325563"/>
          </a:xfrm>
        </p:spPr>
        <p:txBody>
          <a:bodyPr/>
          <a:lstStyle/>
          <a:p>
            <a:r>
              <a:rPr lang="en-US" dirty="0"/>
              <a:t>POWER BI DASHBOARD ANALYSIS</a:t>
            </a:r>
          </a:p>
        </p:txBody>
      </p:sp>
      <p:pic>
        <p:nvPicPr>
          <p:cNvPr id="10" name="Content Placeholder 9">
            <a:extLst>
              <a:ext uri="{FF2B5EF4-FFF2-40B4-BE49-F238E27FC236}">
                <a16:creationId xmlns:a16="http://schemas.microsoft.com/office/drawing/2014/main" id="{20FE9E51-3EED-9129-9655-4A9747EA37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566219" y="1725561"/>
            <a:ext cx="7433187" cy="4232787"/>
          </a:xfrm>
        </p:spPr>
      </p:pic>
    </p:spTree>
    <p:extLst>
      <p:ext uri="{BB962C8B-B14F-4D97-AF65-F5344CB8AC3E}">
        <p14:creationId xmlns:p14="http://schemas.microsoft.com/office/powerpoint/2010/main" val="4204619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F6033F-82F6-ACAD-6BA0-E3C86E72C975}"/>
              </a:ext>
            </a:extLst>
          </p:cNvPr>
          <p:cNvSpPr>
            <a:spLocks noGrp="1"/>
          </p:cNvSpPr>
          <p:nvPr>
            <p:ph type="title"/>
          </p:nvPr>
        </p:nvSpPr>
        <p:spPr>
          <a:xfrm>
            <a:off x="0" y="-387043"/>
            <a:ext cx="10515600" cy="1325563"/>
          </a:xfrm>
        </p:spPr>
        <p:txBody>
          <a:bodyPr>
            <a:normAutofit/>
          </a:bodyPr>
          <a:lstStyle/>
          <a:p>
            <a:r>
              <a:rPr lang="en-US" sz="1800" b="1" u="sng" dirty="0">
                <a:solidFill>
                  <a:schemeClr val="accent2">
                    <a:lumMod val="75000"/>
                  </a:schemeClr>
                </a:solidFill>
              </a:rPr>
              <a:t>EMPLOYEE ATTRITION ANALYSIS DASHBOARD</a:t>
            </a:r>
          </a:p>
        </p:txBody>
      </p:sp>
      <p:pic>
        <p:nvPicPr>
          <p:cNvPr id="21" name="Content Placeholder 20">
            <a:extLst>
              <a:ext uri="{FF2B5EF4-FFF2-40B4-BE49-F238E27FC236}">
                <a16:creationId xmlns:a16="http://schemas.microsoft.com/office/drawing/2014/main" id="{B045E4FF-AB54-73BC-BCFE-016822ED113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025" y="530942"/>
            <a:ext cx="11904407" cy="6209071"/>
          </a:xfrm>
        </p:spPr>
      </p:pic>
    </p:spTree>
    <p:extLst>
      <p:ext uri="{BB962C8B-B14F-4D97-AF65-F5344CB8AC3E}">
        <p14:creationId xmlns:p14="http://schemas.microsoft.com/office/powerpoint/2010/main" val="35810572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618A6-8CF4-E229-0EFD-161269C92170}"/>
              </a:ext>
            </a:extLst>
          </p:cNvPr>
          <p:cNvSpPr>
            <a:spLocks noGrp="1"/>
          </p:cNvSpPr>
          <p:nvPr>
            <p:ph type="title"/>
          </p:nvPr>
        </p:nvSpPr>
        <p:spPr/>
        <p:txBody>
          <a:bodyPr>
            <a:normAutofit/>
          </a:bodyPr>
          <a:lstStyle/>
          <a:p>
            <a:pPr algn="ctr"/>
            <a:r>
              <a:rPr lang="en-US" sz="3200" b="1" dirty="0"/>
              <a:t>ATRRITION BY YEARS AT COMPANY</a:t>
            </a:r>
          </a:p>
        </p:txBody>
      </p:sp>
      <p:pic>
        <p:nvPicPr>
          <p:cNvPr id="7" name="Content Placeholder 6">
            <a:extLst>
              <a:ext uri="{FF2B5EF4-FFF2-40B4-BE49-F238E27FC236}">
                <a16:creationId xmlns:a16="http://schemas.microsoft.com/office/drawing/2014/main" id="{42F8EF49-0BD9-A7C1-3CCF-956150E0675A}"/>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99187" y="1690688"/>
            <a:ext cx="7993625" cy="4164421"/>
          </a:xfrm>
        </p:spPr>
      </p:pic>
    </p:spTree>
    <p:extLst>
      <p:ext uri="{BB962C8B-B14F-4D97-AF65-F5344CB8AC3E}">
        <p14:creationId xmlns:p14="http://schemas.microsoft.com/office/powerpoint/2010/main" val="21004641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6948B-D516-68A9-5E39-3DCDA23D69F7}"/>
              </a:ext>
            </a:extLst>
          </p:cNvPr>
          <p:cNvSpPr>
            <a:spLocks noGrp="1"/>
          </p:cNvSpPr>
          <p:nvPr>
            <p:ph type="title"/>
          </p:nvPr>
        </p:nvSpPr>
        <p:spPr/>
        <p:txBody>
          <a:bodyPr/>
          <a:lstStyle/>
          <a:p>
            <a:r>
              <a:rPr lang="en-US" dirty="0"/>
              <a:t>JOB ROLES AND SATISFACTION BY JOBCOUNT</a:t>
            </a:r>
          </a:p>
        </p:txBody>
      </p:sp>
      <p:pic>
        <p:nvPicPr>
          <p:cNvPr id="5" name="Content Placeholder 4">
            <a:extLst>
              <a:ext uri="{FF2B5EF4-FFF2-40B4-BE49-F238E27FC236}">
                <a16:creationId xmlns:a16="http://schemas.microsoft.com/office/drawing/2014/main" id="{DE611299-6D6F-95C8-93DD-1C1D122B855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6066" y="1917290"/>
            <a:ext cx="8745792" cy="4291781"/>
          </a:xfrm>
        </p:spPr>
      </p:pic>
    </p:spTree>
    <p:extLst>
      <p:ext uri="{BB962C8B-B14F-4D97-AF65-F5344CB8AC3E}">
        <p14:creationId xmlns:p14="http://schemas.microsoft.com/office/powerpoint/2010/main" val="34122217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12FCF7CA-DF2B-6147-0E63-E99C1B134077}"/>
              </a:ext>
            </a:extLst>
          </p:cNvPr>
          <p:cNvGraphicFramePr/>
          <p:nvPr>
            <p:extLst>
              <p:ext uri="{D42A27DB-BD31-4B8C-83A1-F6EECF244321}">
                <p14:modId xmlns:p14="http://schemas.microsoft.com/office/powerpoint/2010/main" val="3108465535"/>
              </p:ext>
            </p:extLst>
          </p:nvPr>
        </p:nvGraphicFramePr>
        <p:xfrm>
          <a:off x="838200" y="365125"/>
          <a:ext cx="10515600" cy="13255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1">
            <a:extLst>
              <a:ext uri="{FF2B5EF4-FFF2-40B4-BE49-F238E27FC236}">
                <a16:creationId xmlns:a16="http://schemas.microsoft.com/office/drawing/2014/main" id="{2350848D-0642-DC2A-455C-2198B9BBE012}"/>
              </a:ext>
            </a:extLst>
          </p:cNvPr>
          <p:cNvSpPr>
            <a:spLocks noGrp="1" noChangeArrowheads="1"/>
          </p:cNvSpPr>
          <p:nvPr>
            <p:ph idx="1"/>
          </p:nvPr>
        </p:nvSpPr>
        <p:spPr bwMode="auto">
          <a:xfrm>
            <a:off x="4770120" y="3892827"/>
            <a:ext cx="402225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3657600" lvl="8" indent="0" eaLnBrk="0" fontAlgn="base" hangingPunct="0">
              <a:lnSpc>
                <a:spcPct val="100000"/>
              </a:lnSpc>
              <a:spcBef>
                <a:spcPct val="0"/>
              </a:spcBef>
              <a:spcAft>
                <a:spcPct val="0"/>
              </a:spcAft>
              <a:buNone/>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8" name="TextBox 7">
            <a:extLst>
              <a:ext uri="{FF2B5EF4-FFF2-40B4-BE49-F238E27FC236}">
                <a16:creationId xmlns:a16="http://schemas.microsoft.com/office/drawing/2014/main" id="{82FCC1BD-3674-31AC-3A6D-ABFC668B1D38}"/>
              </a:ext>
            </a:extLst>
          </p:cNvPr>
          <p:cNvSpPr txBox="1"/>
          <p:nvPr/>
        </p:nvSpPr>
        <p:spPr>
          <a:xfrm>
            <a:off x="1432560" y="2415499"/>
            <a:ext cx="9723120" cy="3693319"/>
          </a:xfrm>
          <a:prstGeom prst="rect">
            <a:avLst/>
          </a:prstGeom>
          <a:noFill/>
        </p:spPr>
        <p:txBody>
          <a:bodyPr wrap="square">
            <a:spAutoFit/>
          </a:bodyPr>
          <a:lstStyle/>
          <a:p>
            <a:endParaRPr lang="en-US" dirty="0"/>
          </a:p>
          <a:p>
            <a:endParaRPr lang="en-US" dirty="0"/>
          </a:p>
          <a:p>
            <a:pPr marL="285750" indent="-285750">
              <a:buFont typeface="Arial" panose="020B0604020202020204" pitchFamily="34" charset="0"/>
              <a:buChar char="•"/>
            </a:pPr>
            <a:r>
              <a:rPr lang="en-US" dirty="0"/>
              <a:t>1</a:t>
            </a:r>
            <a:r>
              <a:rPr lang="en-US" b="1" dirty="0"/>
              <a:t>. Data-Driven Insights</a:t>
            </a:r>
            <a:r>
              <a:rPr lang="en-US" dirty="0"/>
              <a:t>: The comprehensive analysis and interactive dashboard provided XYZ Company with actionable insights into the factors contributing to employee turnover, enabling HR leaders to identify specific areas for improvement.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2. </a:t>
            </a:r>
            <a:r>
              <a:rPr lang="en-US" b="1" dirty="0"/>
              <a:t>Targeted Retention Strategies</a:t>
            </a:r>
            <a:r>
              <a:rPr lang="en-US" dirty="0"/>
              <a:t>: By understanding the root causes of attrition, XYZ Company can implement targeted initiatives—such as enhanced engagement programs and career development opportunities—that address employee concerns and foster a supportive work environment.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3. </a:t>
            </a:r>
            <a:r>
              <a:rPr lang="en-US" b="1" dirty="0"/>
              <a:t>Sustained Organizational Success</a:t>
            </a:r>
            <a:r>
              <a:rPr lang="en-US" dirty="0"/>
              <a:t>: With ongoing monitoring of attrition metrics and the ability to adapt strategies based on data, XYZ Company is well-positioned to reduce turnover, enhance employee satisfaction, and ultimately achieve sustained business growth.</a:t>
            </a:r>
          </a:p>
        </p:txBody>
      </p:sp>
    </p:spTree>
    <p:extLst>
      <p:ext uri="{BB962C8B-B14F-4D97-AF65-F5344CB8AC3E}">
        <p14:creationId xmlns:p14="http://schemas.microsoft.com/office/powerpoint/2010/main" val="2811470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TotalTime>
  <Words>354</Words>
  <Application>Microsoft Office PowerPoint</Application>
  <PresentationFormat>Widescreen</PresentationFormat>
  <Paragraphs>30</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Wingdings</vt:lpstr>
      <vt:lpstr>Office Theme</vt:lpstr>
      <vt:lpstr>EMPLOYEE ATTRITION ANALYSIS</vt:lpstr>
      <vt:lpstr>PowerPoint Presentation</vt:lpstr>
      <vt:lpstr>INTRODUCTION</vt:lpstr>
      <vt:lpstr>MAIN KEY METRICS</vt:lpstr>
      <vt:lpstr>POWER BI DASHBOARD ANALYSIS</vt:lpstr>
      <vt:lpstr>EMPLOYEE ATTRITION ANALYSIS DASHBOARD</vt:lpstr>
      <vt:lpstr>ATRRITION BY YEARS AT COMPANY</vt:lpstr>
      <vt:lpstr>JOB ROLES AND SATISFACTION BY JOBCOUNT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EMPLOYEE ATTRITION ANALYSIS</dc:title>
  <dc:creator>HP - PC</dc:creator>
  <cp:lastModifiedBy>HP - PC</cp:lastModifiedBy>
  <cp:revision>1</cp:revision>
  <dcterms:created xsi:type="dcterms:W3CDTF">2024-10-15T15:06:24Z</dcterms:created>
  <dcterms:modified xsi:type="dcterms:W3CDTF">2024-10-15T15:35:57Z</dcterms:modified>
</cp:coreProperties>
</file>